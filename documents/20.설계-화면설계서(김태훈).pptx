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6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5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34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37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6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custom-properties+xml" PartName="/docProps/custom.xml"/>
  <Override ContentType="application/binary" PartName="/ppt/metadata"/>
  <Override ContentType="application/vnd.openxmlformats-officedocument.presentationml.notesMaster+xml" PartName="/ppt/notesMasters/notesMaster1.xml"/>
  <Override ContentType="application/vnd.openxmlformats-officedocument.presentationml.presProps+xml" PartName="/ppt/presProps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custom-properties" Target="docProps/custom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firstSlideNum="0" strictFirstAndLastChars="0" saveSubsetFonts="1">
  <p:sldMasterIdLst>
    <p:sldMasterId id="2147483648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</p:sldIdLst>
  <p:sldSz cy="6858000" cx="9906000"/>
  <p:notesSz cx="6797675" cy="9926625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4065">
          <p15:clr>
            <a:srgbClr val="A4A3A4"/>
          </p15:clr>
        </p15:guide>
        <p15:guide id="2" orient="horz" pos="777">
          <p15:clr>
            <a:srgbClr val="A4A3A4"/>
          </p15:clr>
        </p15:guide>
        <p15:guide id="3" orient="horz" pos="346">
          <p15:clr>
            <a:srgbClr val="A4A3A4"/>
          </p15:clr>
        </p15:guide>
        <p15:guide id="4" pos="6068">
          <p15:clr>
            <a:srgbClr val="A4A3A4"/>
          </p15:clr>
        </p15:guide>
        <p15:guide id="5" pos="262">
          <p15:clr>
            <a:srgbClr val="A4A3A4"/>
          </p15:clr>
        </p15:guide>
        <p15:guide id="6" pos="81">
          <p15:clr>
            <a:srgbClr val="A4A3A4"/>
          </p15:clr>
        </p15:guide>
        <p15:guide id="7" pos="172">
          <p15:clr>
            <a:srgbClr val="A4A3A4"/>
          </p15:clr>
        </p15:guide>
        <p15:guide id="8" pos="398">
          <p15:clr>
            <a:srgbClr val="A4A3A4"/>
          </p15:clr>
        </p15:guide>
        <p15:guide id="9" pos="104">
          <p15:clr>
            <a:srgbClr val="A4A3A4"/>
          </p15:clr>
        </p15:guide>
        <p15:guide id="10" pos="308">
          <p15:clr>
            <a:srgbClr val="A4A3A4"/>
          </p15:clr>
        </p15:guide>
      </p15:sldGuideLst>
    </p:ext>
    <p:ext uri="{2D200454-40CA-4A62-9FC3-DE9A4176ACB9}">
      <p15:notesGuideLst>
        <p15:guide id="1" orient="horz" pos="3110">
          <p15:clr>
            <a:srgbClr val="A4A3A4"/>
          </p15:clr>
        </p15:guide>
        <p15:guide id="2" pos="2141">
          <p15:clr>
            <a:srgbClr val="A4A3A4"/>
          </p15:clr>
        </p15:guide>
        <p15:guide id="3" orient="horz" pos="3127">
          <p15:clr>
            <a:srgbClr val="A4A3A4"/>
          </p15:clr>
        </p15:guide>
      </p15:notesGuideLst>
    </p:ext>
    <p:ext uri="GoogleSlidesCustomDataVersion2">
      <go:slidesCustomData xmlns:go="http://customooxmlschemas.google.com/" r:id="rId44" roundtripDataSignature="AMtx7miz0aI+XLjj+uTlMuc4RIWFCl/Oc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CF4C7CCB-7D7A-4433-9389-327F861A9882}">
  <a:tblStyle styleId="{CF4C7CCB-7D7A-4433-9389-327F861A9882}" styleName="Table_0">
    <a:wholeTbl>
      <a:tcTxStyle b="off" i="off">
        <a:font>
          <a:latin typeface="Arial"/>
          <a:ea typeface="Arial"/>
          <a:cs typeface="Arial"/>
        </a:font>
        <a:srgbClr val="000000"/>
      </a:tcTxStyle>
    </a:wholeTbl>
    <a:band1H>
      <a:tcTxStyle b="off" i="off"/>
    </a:band1H>
    <a:band2H>
      <a:tcTxStyle b="off" i="off"/>
    </a:band2H>
    <a:band1V>
      <a:tcTxStyle b="off" i="off"/>
    </a:band1V>
    <a:band2V>
      <a:tcTxStyle b="off" i="off"/>
    </a:band2V>
    <a:lastCol>
      <a:tcTxStyle b="off" i="off"/>
    </a:lastCol>
    <a:firstCol>
      <a:tcTxStyle b="off" i="off"/>
    </a:firstCol>
    <a:lastRow>
      <a:tcTxStyle b="off" i="off"/>
    </a:lastRow>
    <a:seCell>
      <a:tcTxStyle b="off" i="off"/>
    </a:seCell>
    <a:swCell>
      <a:tcTxStyle b="off" i="off"/>
    </a:swCell>
    <a:firstRow>
      <a:tcTxStyle b="off" i="off"/>
    </a:firstRow>
    <a:neCell>
      <a:tcTxStyle b="off" i="off"/>
    </a:neCell>
    <a:nwCell>
      <a:tcTxStyle b="off" i="off"/>
    </a:nwCell>
  </a:tblStyle>
  <a:tblStyle styleId="{42523571-8647-4EEF-BE47-7BDBFEA9375B}" styleName="Table_1">
    <a:wholeTbl>
      <a:tcTxStyle b="off" i="off">
        <a:font>
          <a:latin typeface="Arial"/>
          <a:ea typeface="Arial"/>
          <a:cs typeface="Arial"/>
        </a:font>
        <a:schemeClr val="dk1"/>
      </a:tcTxStyle>
      <a:tcStyle>
        <a:tcBdr>
          <a:left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FFFFFF">
              <a:alpha val="0"/>
            </a:srgbClr>
          </a:solidFill>
        </a:fill>
      </a:tcStyle>
    </a:wholeTbl>
    <a:band1H>
      <a:tcTxStyle b="off" i="off"/>
    </a:band1H>
    <a:band2H>
      <a:tcTxStyle b="off" i="off"/>
    </a:band2H>
    <a:band1V>
      <a:tcTxStyle b="off" i="off"/>
    </a:band1V>
    <a:band2V>
      <a:tcTxStyle b="off" i="off"/>
    </a:band2V>
    <a:lastCol>
      <a:tcTxStyle b="off" i="off"/>
    </a:lastCol>
    <a:firstCol>
      <a:tcTxStyle b="off" i="off"/>
    </a:firstCol>
    <a:lastRow>
      <a:tcTxStyle b="off" i="off"/>
    </a:lastRow>
    <a:seCell>
      <a:tcTxStyle b="off" i="off"/>
    </a:seCell>
    <a:swCell>
      <a:tcTxStyle b="off" i="off"/>
    </a:swCell>
    <a:firstRow>
      <a:tcTxStyle b="off" i="off"/>
    </a:firstRow>
    <a:neCell>
      <a:tcTxStyle b="off" i="off"/>
    </a:neCell>
    <a:nwCell>
      <a:tcTxStyle b="off" i="off"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4065" orient="horz"/>
        <p:guide pos="777" orient="horz"/>
        <p:guide pos="346" orient="horz"/>
        <p:guide pos="6068"/>
        <p:guide pos="262"/>
        <p:guide pos="81"/>
        <p:guide pos="172"/>
        <p:guide pos="398"/>
        <p:guide pos="104"/>
        <p:guide pos="308"/>
      </p:guideLst>
    </p:cSldViewPr>
  </p:slideViewPr>
  <p:notesViewPr>
    <p:cSldViewPr snapToGrid="0">
      <p:cViewPr varScale="1">
        <p:scale>
          <a:sx n="100" d="100"/>
          <a:sy n="100" d="100"/>
        </p:scale>
        <p:origin x="0" y="0"/>
      </p:cViewPr>
      <p:guideLst>
        <p:guide pos="3110" orient="horz"/>
        <p:guide pos="2141"/>
        <p:guide pos="3127" orient="horz"/>
      </p:guideLst>
    </p:cSldViewPr>
  </p:notes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4.xml"/><Relationship Id="rId20" Type="http://schemas.openxmlformats.org/officeDocument/2006/relationships/slide" Target="slides/slide14.xml"/><Relationship Id="rId42" Type="http://schemas.openxmlformats.org/officeDocument/2006/relationships/slide" Target="slides/slide36.xml"/><Relationship Id="rId41" Type="http://schemas.openxmlformats.org/officeDocument/2006/relationships/slide" Target="slides/slide35.xml"/><Relationship Id="rId22" Type="http://schemas.openxmlformats.org/officeDocument/2006/relationships/slide" Target="slides/slide16.xml"/><Relationship Id="rId44" Type="http://customschemas.google.com/relationships/presentationmetadata" Target="metadata"/><Relationship Id="rId21" Type="http://schemas.openxmlformats.org/officeDocument/2006/relationships/slide" Target="slides/slide15.xml"/><Relationship Id="rId43" Type="http://schemas.openxmlformats.org/officeDocument/2006/relationships/slide" Target="slides/slide37.xml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28" Type="http://schemas.openxmlformats.org/officeDocument/2006/relationships/slide" Target="slides/slide22.xml"/><Relationship Id="rId27" Type="http://schemas.openxmlformats.org/officeDocument/2006/relationships/slide" Target="slides/slide21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29" Type="http://schemas.openxmlformats.org/officeDocument/2006/relationships/slide" Target="slides/slide23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slide" Target="slides/slide25.xml"/><Relationship Id="rId30" Type="http://schemas.openxmlformats.org/officeDocument/2006/relationships/slide" Target="slides/slide24.xml"/><Relationship Id="rId11" Type="http://schemas.openxmlformats.org/officeDocument/2006/relationships/slide" Target="slides/slide5.xml"/><Relationship Id="rId33" Type="http://schemas.openxmlformats.org/officeDocument/2006/relationships/slide" Target="slides/slide27.xml"/><Relationship Id="rId10" Type="http://schemas.openxmlformats.org/officeDocument/2006/relationships/slide" Target="slides/slide4.xml"/><Relationship Id="rId32" Type="http://schemas.openxmlformats.org/officeDocument/2006/relationships/slide" Target="slides/slide26.xml"/><Relationship Id="rId13" Type="http://schemas.openxmlformats.org/officeDocument/2006/relationships/slide" Target="slides/slide7.xml"/><Relationship Id="rId35" Type="http://schemas.openxmlformats.org/officeDocument/2006/relationships/slide" Target="slides/slide29.xml"/><Relationship Id="rId12" Type="http://schemas.openxmlformats.org/officeDocument/2006/relationships/slide" Target="slides/slide6.xml"/><Relationship Id="rId34" Type="http://schemas.openxmlformats.org/officeDocument/2006/relationships/slide" Target="slides/slide28.xml"/><Relationship Id="rId15" Type="http://schemas.openxmlformats.org/officeDocument/2006/relationships/slide" Target="slides/slide9.xml"/><Relationship Id="rId37" Type="http://schemas.openxmlformats.org/officeDocument/2006/relationships/slide" Target="slides/slide31.xml"/><Relationship Id="rId14" Type="http://schemas.openxmlformats.org/officeDocument/2006/relationships/slide" Target="slides/slide8.xml"/><Relationship Id="rId36" Type="http://schemas.openxmlformats.org/officeDocument/2006/relationships/slide" Target="slides/slide30.xml"/><Relationship Id="rId17" Type="http://schemas.openxmlformats.org/officeDocument/2006/relationships/slide" Target="slides/slide11.xml"/><Relationship Id="rId39" Type="http://schemas.openxmlformats.org/officeDocument/2006/relationships/slide" Target="slides/slide33.xml"/><Relationship Id="rId16" Type="http://schemas.openxmlformats.org/officeDocument/2006/relationships/slide" Target="slides/slide10.xml"/><Relationship Id="rId38" Type="http://schemas.openxmlformats.org/officeDocument/2006/relationships/slide" Target="slides/slide32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1"/>
            <a:ext cx="2946400" cy="496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49688" y="1"/>
            <a:ext cx="2946400" cy="496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711200" y="744538"/>
            <a:ext cx="5375275" cy="37226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79450" y="4715951"/>
            <a:ext cx="5438775" cy="44669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9428711"/>
            <a:ext cx="2946400" cy="49633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49688" y="9428711"/>
            <a:ext cx="2946400" cy="49633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1:notes"/>
          <p:cNvSpPr/>
          <p:nvPr>
            <p:ph idx="2" type="sldImg"/>
          </p:nvPr>
        </p:nvSpPr>
        <p:spPr>
          <a:xfrm>
            <a:off x="725488" y="765175"/>
            <a:ext cx="5345112" cy="37020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9" name="Google Shape;39;p1:notes"/>
          <p:cNvSpPr txBox="1"/>
          <p:nvPr>
            <p:ph idx="1" type="body"/>
          </p:nvPr>
        </p:nvSpPr>
        <p:spPr>
          <a:xfrm>
            <a:off x="906463" y="4719143"/>
            <a:ext cx="4983162" cy="4460603"/>
          </a:xfrm>
          <a:prstGeom prst="rect">
            <a:avLst/>
          </a:prstGeom>
          <a:noFill/>
          <a:ln>
            <a:noFill/>
          </a:ln>
        </p:spPr>
        <p:txBody>
          <a:bodyPr anchorCtr="0" anchor="t" bIns="48800" lIns="96025" spcFirstLastPara="1" rIns="96025" wrap="square" tIns="488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2:notes"/>
          <p:cNvSpPr/>
          <p:nvPr>
            <p:ph idx="2" type="sldImg"/>
          </p:nvPr>
        </p:nvSpPr>
        <p:spPr>
          <a:xfrm>
            <a:off x="725488" y="765175"/>
            <a:ext cx="5345112" cy="37020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4" name="Google Shape;44;p2:notes"/>
          <p:cNvSpPr txBox="1"/>
          <p:nvPr>
            <p:ph idx="1" type="body"/>
          </p:nvPr>
        </p:nvSpPr>
        <p:spPr>
          <a:xfrm>
            <a:off x="906463" y="4719143"/>
            <a:ext cx="4983162" cy="4460603"/>
          </a:xfrm>
          <a:prstGeom prst="rect">
            <a:avLst/>
          </a:prstGeom>
          <a:noFill/>
          <a:ln>
            <a:noFill/>
          </a:ln>
        </p:spPr>
        <p:txBody>
          <a:bodyPr anchorCtr="0" anchor="t" bIns="48800" lIns="96025" spcFirstLastPara="1" rIns="96025" wrap="square" tIns="488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3:notes"/>
          <p:cNvSpPr/>
          <p:nvPr>
            <p:ph idx="2" type="sldImg"/>
          </p:nvPr>
        </p:nvSpPr>
        <p:spPr>
          <a:xfrm>
            <a:off x="725488" y="765175"/>
            <a:ext cx="5345112" cy="37020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2" name="Google Shape;52;p3:notes"/>
          <p:cNvSpPr txBox="1"/>
          <p:nvPr>
            <p:ph idx="1" type="body"/>
          </p:nvPr>
        </p:nvSpPr>
        <p:spPr>
          <a:xfrm>
            <a:off x="906463" y="4719143"/>
            <a:ext cx="4983162" cy="4460603"/>
          </a:xfrm>
          <a:prstGeom prst="rect">
            <a:avLst/>
          </a:prstGeom>
          <a:noFill/>
          <a:ln>
            <a:noFill/>
          </a:ln>
        </p:spPr>
        <p:txBody>
          <a:bodyPr anchorCtr="0" anchor="t" bIns="48800" lIns="96025" spcFirstLastPara="1" rIns="96025" wrap="square" tIns="488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서브페이지가 있는 경우 네이밍 룰 정하기 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4:notes"/>
          <p:cNvSpPr/>
          <p:nvPr>
            <p:ph idx="2" type="sldImg"/>
          </p:nvPr>
        </p:nvSpPr>
        <p:spPr>
          <a:xfrm>
            <a:off x="725488" y="765175"/>
            <a:ext cx="5345112" cy="37020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4" name="Google Shape;84;p4:notes"/>
          <p:cNvSpPr txBox="1"/>
          <p:nvPr>
            <p:ph idx="1" type="body"/>
          </p:nvPr>
        </p:nvSpPr>
        <p:spPr>
          <a:xfrm>
            <a:off x="906463" y="4719143"/>
            <a:ext cx="4983162" cy="4460603"/>
          </a:xfrm>
          <a:prstGeom prst="rect">
            <a:avLst/>
          </a:prstGeom>
          <a:noFill/>
          <a:ln>
            <a:noFill/>
          </a:ln>
        </p:spPr>
        <p:txBody>
          <a:bodyPr anchorCtr="0" anchor="t" bIns="48800" lIns="96025" spcFirstLastPara="1" rIns="96025" wrap="square" tIns="488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5:notes"/>
          <p:cNvSpPr/>
          <p:nvPr>
            <p:ph idx="2" type="sldImg"/>
          </p:nvPr>
        </p:nvSpPr>
        <p:spPr>
          <a:xfrm>
            <a:off x="725488" y="765175"/>
            <a:ext cx="5345112" cy="37020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1" name="Google Shape;91;p5:notes"/>
          <p:cNvSpPr txBox="1"/>
          <p:nvPr>
            <p:ph idx="1" type="body"/>
          </p:nvPr>
        </p:nvSpPr>
        <p:spPr>
          <a:xfrm>
            <a:off x="906463" y="4719143"/>
            <a:ext cx="4983162" cy="4460603"/>
          </a:xfrm>
          <a:prstGeom prst="rect">
            <a:avLst/>
          </a:prstGeom>
          <a:noFill/>
          <a:ln>
            <a:noFill/>
          </a:ln>
        </p:spPr>
        <p:txBody>
          <a:bodyPr anchorCtr="0" anchor="t" bIns="48800" lIns="96025" spcFirstLastPara="1" rIns="96025" wrap="square" tIns="488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g3281992fa8b_0_0:notes"/>
          <p:cNvSpPr/>
          <p:nvPr>
            <p:ph idx="2" type="sldImg"/>
          </p:nvPr>
        </p:nvSpPr>
        <p:spPr>
          <a:xfrm>
            <a:off x="711200" y="744538"/>
            <a:ext cx="5375400" cy="37227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6" name="Google Shape;96;g3281992fa8b_0_0:notes"/>
          <p:cNvSpPr txBox="1"/>
          <p:nvPr>
            <p:ph idx="1" type="body"/>
          </p:nvPr>
        </p:nvSpPr>
        <p:spPr>
          <a:xfrm>
            <a:off x="679450" y="4715951"/>
            <a:ext cx="5438700" cy="44670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" name="Google Shape;97;g3281992fa8b_0_0:notes"/>
          <p:cNvSpPr txBox="1"/>
          <p:nvPr>
            <p:ph idx="12" type="sldNum"/>
          </p:nvPr>
        </p:nvSpPr>
        <p:spPr>
          <a:xfrm>
            <a:off x="3849688" y="9428711"/>
            <a:ext cx="2946300" cy="4962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6:notes"/>
          <p:cNvSpPr/>
          <p:nvPr>
            <p:ph idx="2" type="sldImg"/>
          </p:nvPr>
        </p:nvSpPr>
        <p:spPr>
          <a:xfrm>
            <a:off x="725488" y="765175"/>
            <a:ext cx="5345112" cy="37020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8" name="Google Shape;108;p6:notes"/>
          <p:cNvSpPr txBox="1"/>
          <p:nvPr>
            <p:ph idx="1" type="body"/>
          </p:nvPr>
        </p:nvSpPr>
        <p:spPr>
          <a:xfrm>
            <a:off x="906463" y="4719143"/>
            <a:ext cx="4983162" cy="4460603"/>
          </a:xfrm>
          <a:prstGeom prst="rect">
            <a:avLst/>
          </a:prstGeom>
          <a:noFill/>
          <a:ln>
            <a:noFill/>
          </a:ln>
        </p:spPr>
        <p:txBody>
          <a:bodyPr anchorCtr="0" anchor="t" bIns="48800" lIns="96025" spcFirstLastPara="1" rIns="96025" wrap="square" tIns="488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g325ad0caa2e_0_1:notes"/>
          <p:cNvSpPr/>
          <p:nvPr>
            <p:ph idx="2" type="sldImg"/>
          </p:nvPr>
        </p:nvSpPr>
        <p:spPr>
          <a:xfrm>
            <a:off x="725488" y="765175"/>
            <a:ext cx="5345100" cy="3702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6" name="Google Shape;116;g325ad0caa2e_0_1:notes"/>
          <p:cNvSpPr txBox="1"/>
          <p:nvPr>
            <p:ph idx="1" type="body"/>
          </p:nvPr>
        </p:nvSpPr>
        <p:spPr>
          <a:xfrm>
            <a:off x="906463" y="4719143"/>
            <a:ext cx="4983300" cy="4460700"/>
          </a:xfrm>
          <a:prstGeom prst="rect">
            <a:avLst/>
          </a:prstGeom>
          <a:noFill/>
          <a:ln>
            <a:noFill/>
          </a:ln>
        </p:spPr>
        <p:txBody>
          <a:bodyPr anchorCtr="0" anchor="t" bIns="48800" lIns="96025" spcFirstLastPara="1" rIns="96025" wrap="square" tIns="488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7:notes"/>
          <p:cNvSpPr/>
          <p:nvPr>
            <p:ph idx="2" type="sldImg"/>
          </p:nvPr>
        </p:nvSpPr>
        <p:spPr>
          <a:xfrm>
            <a:off x="725488" y="765175"/>
            <a:ext cx="5345112" cy="37020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4" name="Google Shape;124;p7:notes"/>
          <p:cNvSpPr txBox="1"/>
          <p:nvPr>
            <p:ph idx="1" type="body"/>
          </p:nvPr>
        </p:nvSpPr>
        <p:spPr>
          <a:xfrm>
            <a:off x="906463" y="4719143"/>
            <a:ext cx="4983162" cy="4460603"/>
          </a:xfrm>
          <a:prstGeom prst="rect">
            <a:avLst/>
          </a:prstGeom>
          <a:noFill/>
          <a:ln>
            <a:noFill/>
          </a:ln>
        </p:spPr>
        <p:txBody>
          <a:bodyPr anchorCtr="0" anchor="t" bIns="48800" lIns="96025" spcFirstLastPara="1" rIns="96025" wrap="square" tIns="488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g3259e1762f1_0_0:notes"/>
          <p:cNvSpPr/>
          <p:nvPr>
            <p:ph idx="2" type="sldImg"/>
          </p:nvPr>
        </p:nvSpPr>
        <p:spPr>
          <a:xfrm>
            <a:off x="725488" y="765175"/>
            <a:ext cx="5345100" cy="3702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2" name="Google Shape;132;g3259e1762f1_0_0:notes"/>
          <p:cNvSpPr txBox="1"/>
          <p:nvPr>
            <p:ph idx="1" type="body"/>
          </p:nvPr>
        </p:nvSpPr>
        <p:spPr>
          <a:xfrm>
            <a:off x="906463" y="4719143"/>
            <a:ext cx="4983300" cy="4460700"/>
          </a:xfrm>
          <a:prstGeom prst="rect">
            <a:avLst/>
          </a:prstGeom>
          <a:noFill/>
          <a:ln>
            <a:noFill/>
          </a:ln>
        </p:spPr>
        <p:txBody>
          <a:bodyPr anchorCtr="0" anchor="t" bIns="48800" lIns="96025" spcFirstLastPara="1" rIns="96025" wrap="square" tIns="488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g325ad0caa2e_0_12:notes"/>
          <p:cNvSpPr/>
          <p:nvPr>
            <p:ph idx="2" type="sldImg"/>
          </p:nvPr>
        </p:nvSpPr>
        <p:spPr>
          <a:xfrm>
            <a:off x="725488" y="765175"/>
            <a:ext cx="5345100" cy="3702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0" name="Google Shape;140;g325ad0caa2e_0_12:notes"/>
          <p:cNvSpPr txBox="1"/>
          <p:nvPr>
            <p:ph idx="1" type="body"/>
          </p:nvPr>
        </p:nvSpPr>
        <p:spPr>
          <a:xfrm>
            <a:off x="906463" y="4719143"/>
            <a:ext cx="4983300" cy="4460700"/>
          </a:xfrm>
          <a:prstGeom prst="rect">
            <a:avLst/>
          </a:prstGeom>
          <a:noFill/>
          <a:ln>
            <a:noFill/>
          </a:ln>
        </p:spPr>
        <p:txBody>
          <a:bodyPr anchorCtr="0" anchor="t" bIns="48800" lIns="96025" spcFirstLastPara="1" rIns="96025" wrap="square" tIns="488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g325ad0caa2e_0_21:notes"/>
          <p:cNvSpPr/>
          <p:nvPr>
            <p:ph idx="2" type="sldImg"/>
          </p:nvPr>
        </p:nvSpPr>
        <p:spPr>
          <a:xfrm>
            <a:off x="725488" y="765175"/>
            <a:ext cx="5345100" cy="3702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8" name="Google Shape;148;g325ad0caa2e_0_21:notes"/>
          <p:cNvSpPr txBox="1"/>
          <p:nvPr>
            <p:ph idx="1" type="body"/>
          </p:nvPr>
        </p:nvSpPr>
        <p:spPr>
          <a:xfrm>
            <a:off x="906463" y="4719143"/>
            <a:ext cx="4983300" cy="4460700"/>
          </a:xfrm>
          <a:prstGeom prst="rect">
            <a:avLst/>
          </a:prstGeom>
          <a:noFill/>
          <a:ln>
            <a:noFill/>
          </a:ln>
        </p:spPr>
        <p:txBody>
          <a:bodyPr anchorCtr="0" anchor="t" bIns="48800" lIns="96025" spcFirstLastPara="1" rIns="96025" wrap="square" tIns="488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g325ad0caa2e_1_3:notes"/>
          <p:cNvSpPr/>
          <p:nvPr>
            <p:ph idx="2" type="sldImg"/>
          </p:nvPr>
        </p:nvSpPr>
        <p:spPr>
          <a:xfrm>
            <a:off x="725488" y="765175"/>
            <a:ext cx="5345100" cy="3702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6" name="Google Shape;156;g325ad0caa2e_1_3:notes"/>
          <p:cNvSpPr txBox="1"/>
          <p:nvPr>
            <p:ph idx="1" type="body"/>
          </p:nvPr>
        </p:nvSpPr>
        <p:spPr>
          <a:xfrm>
            <a:off x="906463" y="4719143"/>
            <a:ext cx="4983300" cy="4460700"/>
          </a:xfrm>
          <a:prstGeom prst="rect">
            <a:avLst/>
          </a:prstGeom>
          <a:noFill/>
          <a:ln>
            <a:noFill/>
          </a:ln>
        </p:spPr>
        <p:txBody>
          <a:bodyPr anchorCtr="0" anchor="t" bIns="48800" lIns="96025" spcFirstLastPara="1" rIns="96025" wrap="square" tIns="488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g325ad0caa2e_1_13:notes"/>
          <p:cNvSpPr/>
          <p:nvPr>
            <p:ph idx="2" type="sldImg"/>
          </p:nvPr>
        </p:nvSpPr>
        <p:spPr>
          <a:xfrm>
            <a:off x="725488" y="765175"/>
            <a:ext cx="5345100" cy="3702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4" name="Google Shape;164;g325ad0caa2e_1_13:notes"/>
          <p:cNvSpPr txBox="1"/>
          <p:nvPr>
            <p:ph idx="1" type="body"/>
          </p:nvPr>
        </p:nvSpPr>
        <p:spPr>
          <a:xfrm>
            <a:off x="906463" y="4719143"/>
            <a:ext cx="4983300" cy="4460700"/>
          </a:xfrm>
          <a:prstGeom prst="rect">
            <a:avLst/>
          </a:prstGeom>
          <a:noFill/>
          <a:ln>
            <a:noFill/>
          </a:ln>
        </p:spPr>
        <p:txBody>
          <a:bodyPr anchorCtr="0" anchor="t" bIns="48800" lIns="96025" spcFirstLastPara="1" rIns="96025" wrap="square" tIns="488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g325ad0caa2e_1_25:notes"/>
          <p:cNvSpPr/>
          <p:nvPr>
            <p:ph idx="2" type="sldImg"/>
          </p:nvPr>
        </p:nvSpPr>
        <p:spPr>
          <a:xfrm>
            <a:off x="725488" y="765175"/>
            <a:ext cx="5345100" cy="3702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2" name="Google Shape;172;g325ad0caa2e_1_25:notes"/>
          <p:cNvSpPr txBox="1"/>
          <p:nvPr>
            <p:ph idx="1" type="body"/>
          </p:nvPr>
        </p:nvSpPr>
        <p:spPr>
          <a:xfrm>
            <a:off x="906463" y="4719143"/>
            <a:ext cx="4983300" cy="4460700"/>
          </a:xfrm>
          <a:prstGeom prst="rect">
            <a:avLst/>
          </a:prstGeom>
          <a:noFill/>
          <a:ln>
            <a:noFill/>
          </a:ln>
        </p:spPr>
        <p:txBody>
          <a:bodyPr anchorCtr="0" anchor="t" bIns="48800" lIns="96025" spcFirstLastPara="1" rIns="96025" wrap="square" tIns="488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g326c7842af1_0_2:notes"/>
          <p:cNvSpPr/>
          <p:nvPr>
            <p:ph idx="2" type="sldImg"/>
          </p:nvPr>
        </p:nvSpPr>
        <p:spPr>
          <a:xfrm>
            <a:off x="725488" y="765175"/>
            <a:ext cx="5345100" cy="3702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0" name="Google Shape;180;g326c7842af1_0_2:notes"/>
          <p:cNvSpPr txBox="1"/>
          <p:nvPr>
            <p:ph idx="1" type="body"/>
          </p:nvPr>
        </p:nvSpPr>
        <p:spPr>
          <a:xfrm>
            <a:off x="906463" y="4719143"/>
            <a:ext cx="4983300" cy="4460700"/>
          </a:xfrm>
          <a:prstGeom prst="rect">
            <a:avLst/>
          </a:prstGeom>
          <a:noFill/>
          <a:ln>
            <a:noFill/>
          </a:ln>
        </p:spPr>
        <p:txBody>
          <a:bodyPr anchorCtr="0" anchor="t" bIns="48800" lIns="96025" spcFirstLastPara="1" rIns="96025" wrap="square" tIns="488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g325ad0caa2e_1_33:notes"/>
          <p:cNvSpPr/>
          <p:nvPr>
            <p:ph idx="2" type="sldImg"/>
          </p:nvPr>
        </p:nvSpPr>
        <p:spPr>
          <a:xfrm>
            <a:off x="725488" y="765175"/>
            <a:ext cx="5345100" cy="3702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8" name="Google Shape;188;g325ad0caa2e_1_33:notes"/>
          <p:cNvSpPr txBox="1"/>
          <p:nvPr>
            <p:ph idx="1" type="body"/>
          </p:nvPr>
        </p:nvSpPr>
        <p:spPr>
          <a:xfrm>
            <a:off x="906463" y="4719143"/>
            <a:ext cx="4983300" cy="4460700"/>
          </a:xfrm>
          <a:prstGeom prst="rect">
            <a:avLst/>
          </a:prstGeom>
          <a:noFill/>
          <a:ln>
            <a:noFill/>
          </a:ln>
        </p:spPr>
        <p:txBody>
          <a:bodyPr anchorCtr="0" anchor="t" bIns="48800" lIns="96025" spcFirstLastPara="1" rIns="96025" wrap="square" tIns="488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g325ad0caa2e_1_50:notes"/>
          <p:cNvSpPr/>
          <p:nvPr>
            <p:ph idx="2" type="sldImg"/>
          </p:nvPr>
        </p:nvSpPr>
        <p:spPr>
          <a:xfrm>
            <a:off x="725488" y="765175"/>
            <a:ext cx="5345100" cy="3702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6" name="Google Shape;196;g325ad0caa2e_1_50:notes"/>
          <p:cNvSpPr txBox="1"/>
          <p:nvPr>
            <p:ph idx="1" type="body"/>
          </p:nvPr>
        </p:nvSpPr>
        <p:spPr>
          <a:xfrm>
            <a:off x="906463" y="4719143"/>
            <a:ext cx="4983300" cy="4460700"/>
          </a:xfrm>
          <a:prstGeom prst="rect">
            <a:avLst/>
          </a:prstGeom>
          <a:noFill/>
          <a:ln>
            <a:noFill/>
          </a:ln>
        </p:spPr>
        <p:txBody>
          <a:bodyPr anchorCtr="0" anchor="t" bIns="48800" lIns="96025" spcFirstLastPara="1" rIns="96025" wrap="square" tIns="488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g325ad0caa2e_1_58:notes"/>
          <p:cNvSpPr/>
          <p:nvPr>
            <p:ph idx="2" type="sldImg"/>
          </p:nvPr>
        </p:nvSpPr>
        <p:spPr>
          <a:xfrm>
            <a:off x="725488" y="765175"/>
            <a:ext cx="5345100" cy="3702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4" name="Google Shape;204;g325ad0caa2e_1_58:notes"/>
          <p:cNvSpPr txBox="1"/>
          <p:nvPr>
            <p:ph idx="1" type="body"/>
          </p:nvPr>
        </p:nvSpPr>
        <p:spPr>
          <a:xfrm>
            <a:off x="906463" y="4719143"/>
            <a:ext cx="4983300" cy="4460700"/>
          </a:xfrm>
          <a:prstGeom prst="rect">
            <a:avLst/>
          </a:prstGeom>
          <a:noFill/>
          <a:ln>
            <a:noFill/>
          </a:ln>
        </p:spPr>
        <p:txBody>
          <a:bodyPr anchorCtr="0" anchor="t" bIns="48800" lIns="96025" spcFirstLastPara="1" rIns="96025" wrap="square" tIns="488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g325ad0caa2e_1_41:notes"/>
          <p:cNvSpPr/>
          <p:nvPr>
            <p:ph idx="2" type="sldImg"/>
          </p:nvPr>
        </p:nvSpPr>
        <p:spPr>
          <a:xfrm>
            <a:off x="725488" y="765175"/>
            <a:ext cx="5345100" cy="3702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2" name="Google Shape;212;g325ad0caa2e_1_41:notes"/>
          <p:cNvSpPr txBox="1"/>
          <p:nvPr>
            <p:ph idx="1" type="body"/>
          </p:nvPr>
        </p:nvSpPr>
        <p:spPr>
          <a:xfrm>
            <a:off x="906463" y="4719143"/>
            <a:ext cx="4983300" cy="4460700"/>
          </a:xfrm>
          <a:prstGeom prst="rect">
            <a:avLst/>
          </a:prstGeom>
          <a:noFill/>
          <a:ln>
            <a:noFill/>
          </a:ln>
        </p:spPr>
        <p:txBody>
          <a:bodyPr anchorCtr="0" anchor="t" bIns="48800" lIns="96025" spcFirstLastPara="1" rIns="96025" wrap="square" tIns="488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g2dcc25e684e_0_33:notes"/>
          <p:cNvSpPr/>
          <p:nvPr>
            <p:ph idx="2" type="sldImg"/>
          </p:nvPr>
        </p:nvSpPr>
        <p:spPr>
          <a:xfrm>
            <a:off x="725488" y="765175"/>
            <a:ext cx="5345100" cy="3702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0" name="Google Shape;220;g2dcc25e684e_0_33:notes"/>
          <p:cNvSpPr txBox="1"/>
          <p:nvPr>
            <p:ph idx="1" type="body"/>
          </p:nvPr>
        </p:nvSpPr>
        <p:spPr>
          <a:xfrm>
            <a:off x="906463" y="4719143"/>
            <a:ext cx="4983300" cy="4460700"/>
          </a:xfrm>
          <a:prstGeom prst="rect">
            <a:avLst/>
          </a:prstGeom>
          <a:noFill/>
          <a:ln>
            <a:noFill/>
          </a:ln>
        </p:spPr>
        <p:txBody>
          <a:bodyPr anchorCtr="0" anchor="t" bIns="48800" lIns="96025" spcFirstLastPara="1" rIns="96025" wrap="square" tIns="488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g325ad0caa2e_1_82:notes"/>
          <p:cNvSpPr/>
          <p:nvPr>
            <p:ph idx="2" type="sldImg"/>
          </p:nvPr>
        </p:nvSpPr>
        <p:spPr>
          <a:xfrm>
            <a:off x="725488" y="765175"/>
            <a:ext cx="5345100" cy="3702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8" name="Google Shape;228;g325ad0caa2e_1_82:notes"/>
          <p:cNvSpPr txBox="1"/>
          <p:nvPr>
            <p:ph idx="1" type="body"/>
          </p:nvPr>
        </p:nvSpPr>
        <p:spPr>
          <a:xfrm>
            <a:off x="906463" y="4719143"/>
            <a:ext cx="4983300" cy="4460700"/>
          </a:xfrm>
          <a:prstGeom prst="rect">
            <a:avLst/>
          </a:prstGeom>
          <a:noFill/>
          <a:ln>
            <a:noFill/>
          </a:ln>
        </p:spPr>
        <p:txBody>
          <a:bodyPr anchorCtr="0" anchor="t" bIns="48800" lIns="96025" spcFirstLastPara="1" rIns="96025" wrap="square" tIns="488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g2dcc25e684e_0_42:notes"/>
          <p:cNvSpPr/>
          <p:nvPr>
            <p:ph idx="2" type="sldImg"/>
          </p:nvPr>
        </p:nvSpPr>
        <p:spPr>
          <a:xfrm>
            <a:off x="725488" y="765175"/>
            <a:ext cx="5345100" cy="3702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6" name="Google Shape;236;g2dcc25e684e_0_42:notes"/>
          <p:cNvSpPr txBox="1"/>
          <p:nvPr>
            <p:ph idx="1" type="body"/>
          </p:nvPr>
        </p:nvSpPr>
        <p:spPr>
          <a:xfrm>
            <a:off x="906463" y="4719143"/>
            <a:ext cx="4983300" cy="4460700"/>
          </a:xfrm>
          <a:prstGeom prst="rect">
            <a:avLst/>
          </a:prstGeom>
          <a:noFill/>
          <a:ln>
            <a:noFill/>
          </a:ln>
        </p:spPr>
        <p:txBody>
          <a:bodyPr anchorCtr="0" anchor="t" bIns="48800" lIns="96025" spcFirstLastPara="1" rIns="96025" wrap="square" tIns="488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2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g2dcc25e684e_0_59:notes"/>
          <p:cNvSpPr/>
          <p:nvPr>
            <p:ph idx="2" type="sldImg"/>
          </p:nvPr>
        </p:nvSpPr>
        <p:spPr>
          <a:xfrm>
            <a:off x="725488" y="765175"/>
            <a:ext cx="5345100" cy="3702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4" name="Google Shape;244;g2dcc25e684e_0_59:notes"/>
          <p:cNvSpPr txBox="1"/>
          <p:nvPr>
            <p:ph idx="1" type="body"/>
          </p:nvPr>
        </p:nvSpPr>
        <p:spPr>
          <a:xfrm>
            <a:off x="906463" y="4719143"/>
            <a:ext cx="4983300" cy="4460700"/>
          </a:xfrm>
          <a:prstGeom prst="rect">
            <a:avLst/>
          </a:prstGeom>
          <a:noFill/>
          <a:ln>
            <a:noFill/>
          </a:ln>
        </p:spPr>
        <p:txBody>
          <a:bodyPr anchorCtr="0" anchor="t" bIns="48800" lIns="96025" spcFirstLastPara="1" rIns="96025" wrap="square" tIns="488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0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g2dcc25e684e_0_50:notes"/>
          <p:cNvSpPr/>
          <p:nvPr>
            <p:ph idx="2" type="sldImg"/>
          </p:nvPr>
        </p:nvSpPr>
        <p:spPr>
          <a:xfrm>
            <a:off x="725488" y="765175"/>
            <a:ext cx="5345100" cy="3702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52" name="Google Shape;252;g2dcc25e684e_0_50:notes"/>
          <p:cNvSpPr txBox="1"/>
          <p:nvPr>
            <p:ph idx="1" type="body"/>
          </p:nvPr>
        </p:nvSpPr>
        <p:spPr>
          <a:xfrm>
            <a:off x="906463" y="4719143"/>
            <a:ext cx="4983300" cy="4460700"/>
          </a:xfrm>
          <a:prstGeom prst="rect">
            <a:avLst/>
          </a:prstGeom>
          <a:noFill/>
          <a:ln>
            <a:noFill/>
          </a:ln>
        </p:spPr>
        <p:txBody>
          <a:bodyPr anchorCtr="0" anchor="t" bIns="48800" lIns="96025" spcFirstLastPara="1" rIns="96025" wrap="square" tIns="488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8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g325ad0caa2e_1_90:notes"/>
          <p:cNvSpPr/>
          <p:nvPr>
            <p:ph idx="2" type="sldImg"/>
          </p:nvPr>
        </p:nvSpPr>
        <p:spPr>
          <a:xfrm>
            <a:off x="725488" y="765175"/>
            <a:ext cx="5345100" cy="3702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60" name="Google Shape;260;g325ad0caa2e_1_90:notes"/>
          <p:cNvSpPr txBox="1"/>
          <p:nvPr>
            <p:ph idx="1" type="body"/>
          </p:nvPr>
        </p:nvSpPr>
        <p:spPr>
          <a:xfrm>
            <a:off x="906463" y="4719143"/>
            <a:ext cx="4983300" cy="4460700"/>
          </a:xfrm>
          <a:prstGeom prst="rect">
            <a:avLst/>
          </a:prstGeom>
          <a:noFill/>
          <a:ln>
            <a:noFill/>
          </a:ln>
        </p:spPr>
        <p:txBody>
          <a:bodyPr anchorCtr="0" anchor="t" bIns="48800" lIns="96025" spcFirstLastPara="1" rIns="96025" wrap="square" tIns="488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6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g325ad0caa2e_1_98:notes"/>
          <p:cNvSpPr/>
          <p:nvPr>
            <p:ph idx="2" type="sldImg"/>
          </p:nvPr>
        </p:nvSpPr>
        <p:spPr>
          <a:xfrm>
            <a:off x="725488" y="765175"/>
            <a:ext cx="5345100" cy="3702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68" name="Google Shape;268;g325ad0caa2e_1_98:notes"/>
          <p:cNvSpPr txBox="1"/>
          <p:nvPr>
            <p:ph idx="1" type="body"/>
          </p:nvPr>
        </p:nvSpPr>
        <p:spPr>
          <a:xfrm>
            <a:off x="906463" y="4719143"/>
            <a:ext cx="4983300" cy="4460700"/>
          </a:xfrm>
          <a:prstGeom prst="rect">
            <a:avLst/>
          </a:prstGeom>
          <a:noFill/>
          <a:ln>
            <a:noFill/>
          </a:ln>
        </p:spPr>
        <p:txBody>
          <a:bodyPr anchorCtr="0" anchor="t" bIns="48800" lIns="96025" spcFirstLastPara="1" rIns="96025" wrap="square" tIns="488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4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Google Shape;275;g2dcc25e684e_0_69:notes"/>
          <p:cNvSpPr/>
          <p:nvPr>
            <p:ph idx="2" type="sldImg"/>
          </p:nvPr>
        </p:nvSpPr>
        <p:spPr>
          <a:xfrm>
            <a:off x="725488" y="765175"/>
            <a:ext cx="5345100" cy="3702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76" name="Google Shape;276;g2dcc25e684e_0_69:notes"/>
          <p:cNvSpPr txBox="1"/>
          <p:nvPr>
            <p:ph idx="1" type="body"/>
          </p:nvPr>
        </p:nvSpPr>
        <p:spPr>
          <a:xfrm>
            <a:off x="906463" y="4719143"/>
            <a:ext cx="4983300" cy="4460700"/>
          </a:xfrm>
          <a:prstGeom prst="rect">
            <a:avLst/>
          </a:prstGeom>
          <a:noFill/>
          <a:ln>
            <a:noFill/>
          </a:ln>
        </p:spPr>
        <p:txBody>
          <a:bodyPr anchorCtr="0" anchor="t" bIns="48800" lIns="96025" spcFirstLastPara="1" rIns="96025" wrap="square" tIns="488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2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g2dcc25e684e_0_82:notes"/>
          <p:cNvSpPr/>
          <p:nvPr>
            <p:ph idx="2" type="sldImg"/>
          </p:nvPr>
        </p:nvSpPr>
        <p:spPr>
          <a:xfrm>
            <a:off x="725488" y="765175"/>
            <a:ext cx="5345100" cy="3702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84" name="Google Shape;284;g2dcc25e684e_0_82:notes"/>
          <p:cNvSpPr txBox="1"/>
          <p:nvPr>
            <p:ph idx="1" type="body"/>
          </p:nvPr>
        </p:nvSpPr>
        <p:spPr>
          <a:xfrm>
            <a:off x="906463" y="4719143"/>
            <a:ext cx="4983300" cy="4460700"/>
          </a:xfrm>
          <a:prstGeom prst="rect">
            <a:avLst/>
          </a:prstGeom>
          <a:noFill/>
          <a:ln>
            <a:noFill/>
          </a:ln>
        </p:spPr>
        <p:txBody>
          <a:bodyPr anchorCtr="0" anchor="t" bIns="48800" lIns="96025" spcFirstLastPara="1" rIns="96025" wrap="square" tIns="488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0" name="Shape 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Google Shape;291;g2dcc25e684e_0_90:notes"/>
          <p:cNvSpPr/>
          <p:nvPr>
            <p:ph idx="2" type="sldImg"/>
          </p:nvPr>
        </p:nvSpPr>
        <p:spPr>
          <a:xfrm>
            <a:off x="725488" y="765175"/>
            <a:ext cx="5345100" cy="3702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92" name="Google Shape;292;g2dcc25e684e_0_90:notes"/>
          <p:cNvSpPr txBox="1"/>
          <p:nvPr>
            <p:ph idx="1" type="body"/>
          </p:nvPr>
        </p:nvSpPr>
        <p:spPr>
          <a:xfrm>
            <a:off x="906463" y="4719143"/>
            <a:ext cx="4983300" cy="4460700"/>
          </a:xfrm>
          <a:prstGeom prst="rect">
            <a:avLst/>
          </a:prstGeom>
          <a:noFill/>
          <a:ln>
            <a:noFill/>
          </a:ln>
        </p:spPr>
        <p:txBody>
          <a:bodyPr anchorCtr="0" anchor="t" bIns="48800" lIns="96025" spcFirstLastPara="1" rIns="96025" wrap="square" tIns="488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8" name="Shape 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Google Shape;299;g2dcc25e684e_0_97:notes"/>
          <p:cNvSpPr/>
          <p:nvPr>
            <p:ph idx="2" type="sldImg"/>
          </p:nvPr>
        </p:nvSpPr>
        <p:spPr>
          <a:xfrm>
            <a:off x="725488" y="765175"/>
            <a:ext cx="5345100" cy="3702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00" name="Google Shape;300;g2dcc25e684e_0_97:notes"/>
          <p:cNvSpPr txBox="1"/>
          <p:nvPr>
            <p:ph idx="1" type="body"/>
          </p:nvPr>
        </p:nvSpPr>
        <p:spPr>
          <a:xfrm>
            <a:off x="906463" y="4719143"/>
            <a:ext cx="4983300" cy="4460700"/>
          </a:xfrm>
          <a:prstGeom prst="rect">
            <a:avLst/>
          </a:prstGeom>
          <a:noFill/>
          <a:ln>
            <a:noFill/>
          </a:ln>
        </p:spPr>
        <p:txBody>
          <a:bodyPr anchorCtr="0" anchor="t" bIns="48800" lIns="96025" spcFirstLastPara="1" rIns="96025" wrap="square" tIns="488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6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Google Shape;307;g2dcc25e684e_0_105:notes"/>
          <p:cNvSpPr/>
          <p:nvPr>
            <p:ph idx="2" type="sldImg"/>
          </p:nvPr>
        </p:nvSpPr>
        <p:spPr>
          <a:xfrm>
            <a:off x="725488" y="765175"/>
            <a:ext cx="5345100" cy="3702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08" name="Google Shape;308;g2dcc25e684e_0_105:notes"/>
          <p:cNvSpPr txBox="1"/>
          <p:nvPr>
            <p:ph idx="1" type="body"/>
          </p:nvPr>
        </p:nvSpPr>
        <p:spPr>
          <a:xfrm>
            <a:off x="906463" y="4719143"/>
            <a:ext cx="4983300" cy="4460700"/>
          </a:xfrm>
          <a:prstGeom prst="rect">
            <a:avLst/>
          </a:prstGeom>
          <a:noFill/>
          <a:ln>
            <a:noFill/>
          </a:ln>
        </p:spPr>
        <p:txBody>
          <a:bodyPr anchorCtr="0" anchor="t" bIns="48800" lIns="96025" spcFirstLastPara="1" rIns="96025" wrap="square" tIns="488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4" name="Shape 3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" name="Google Shape;315;g2dcc25e684e_0_113:notes"/>
          <p:cNvSpPr/>
          <p:nvPr>
            <p:ph idx="2" type="sldImg"/>
          </p:nvPr>
        </p:nvSpPr>
        <p:spPr>
          <a:xfrm>
            <a:off x="725488" y="765175"/>
            <a:ext cx="5345100" cy="3702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16" name="Google Shape;316;g2dcc25e684e_0_113:notes"/>
          <p:cNvSpPr txBox="1"/>
          <p:nvPr>
            <p:ph idx="1" type="body"/>
          </p:nvPr>
        </p:nvSpPr>
        <p:spPr>
          <a:xfrm>
            <a:off x="906463" y="4719143"/>
            <a:ext cx="4983300" cy="4460700"/>
          </a:xfrm>
          <a:prstGeom prst="rect">
            <a:avLst/>
          </a:prstGeom>
          <a:noFill/>
          <a:ln>
            <a:noFill/>
          </a:ln>
        </p:spPr>
        <p:txBody>
          <a:bodyPr anchorCtr="0" anchor="t" bIns="48800" lIns="96025" spcFirstLastPara="1" rIns="96025" wrap="square" tIns="488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2" name="Shape 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Google Shape;323;g2dcc25e684e_0_121:notes"/>
          <p:cNvSpPr/>
          <p:nvPr>
            <p:ph idx="2" type="sldImg"/>
          </p:nvPr>
        </p:nvSpPr>
        <p:spPr>
          <a:xfrm>
            <a:off x="725488" y="765175"/>
            <a:ext cx="5345100" cy="3702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24" name="Google Shape;324;g2dcc25e684e_0_121:notes"/>
          <p:cNvSpPr txBox="1"/>
          <p:nvPr>
            <p:ph idx="1" type="body"/>
          </p:nvPr>
        </p:nvSpPr>
        <p:spPr>
          <a:xfrm>
            <a:off x="906463" y="4719143"/>
            <a:ext cx="4983300" cy="4460700"/>
          </a:xfrm>
          <a:prstGeom prst="rect">
            <a:avLst/>
          </a:prstGeom>
          <a:noFill/>
          <a:ln>
            <a:noFill/>
          </a:ln>
        </p:spPr>
        <p:txBody>
          <a:bodyPr anchorCtr="0" anchor="t" bIns="48800" lIns="96025" spcFirstLastPara="1" rIns="96025" wrap="square" tIns="488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0" name="Shape 3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" name="Google Shape;331;g2dcc25e684e_0_129:notes"/>
          <p:cNvSpPr/>
          <p:nvPr>
            <p:ph idx="2" type="sldImg"/>
          </p:nvPr>
        </p:nvSpPr>
        <p:spPr>
          <a:xfrm>
            <a:off x="725488" y="765175"/>
            <a:ext cx="5345100" cy="3702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32" name="Google Shape;332;g2dcc25e684e_0_129:notes"/>
          <p:cNvSpPr txBox="1"/>
          <p:nvPr>
            <p:ph idx="1" type="body"/>
          </p:nvPr>
        </p:nvSpPr>
        <p:spPr>
          <a:xfrm>
            <a:off x="906463" y="4719143"/>
            <a:ext cx="4983300" cy="4460700"/>
          </a:xfrm>
          <a:prstGeom prst="rect">
            <a:avLst/>
          </a:prstGeom>
          <a:noFill/>
          <a:ln>
            <a:noFill/>
          </a:ln>
        </p:spPr>
        <p:txBody>
          <a:bodyPr anchorCtr="0" anchor="t" bIns="48800" lIns="96025" spcFirstLastPara="1" rIns="96025" wrap="square" tIns="488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8" name="Shape 3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9" name="Google Shape;339;g2dcc25e684e_0_137:notes"/>
          <p:cNvSpPr/>
          <p:nvPr>
            <p:ph idx="2" type="sldImg"/>
          </p:nvPr>
        </p:nvSpPr>
        <p:spPr>
          <a:xfrm>
            <a:off x="725488" y="765175"/>
            <a:ext cx="5345100" cy="3702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40" name="Google Shape;340;g2dcc25e684e_0_137:notes"/>
          <p:cNvSpPr txBox="1"/>
          <p:nvPr>
            <p:ph idx="1" type="body"/>
          </p:nvPr>
        </p:nvSpPr>
        <p:spPr>
          <a:xfrm>
            <a:off x="906463" y="4719143"/>
            <a:ext cx="4983300" cy="4460700"/>
          </a:xfrm>
          <a:prstGeom prst="rect">
            <a:avLst/>
          </a:prstGeom>
          <a:noFill/>
          <a:ln>
            <a:noFill/>
          </a:ln>
        </p:spPr>
        <p:txBody>
          <a:bodyPr anchorCtr="0" anchor="t" bIns="48800" lIns="96025" spcFirstLastPara="1" rIns="96025" wrap="square" tIns="488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6" name="Shape 3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7" name="Google Shape;347;g2dcc25e684e_0_145:notes"/>
          <p:cNvSpPr/>
          <p:nvPr>
            <p:ph idx="2" type="sldImg"/>
          </p:nvPr>
        </p:nvSpPr>
        <p:spPr>
          <a:xfrm>
            <a:off x="725488" y="765175"/>
            <a:ext cx="5345100" cy="3702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48" name="Google Shape;348;g2dcc25e684e_0_145:notes"/>
          <p:cNvSpPr txBox="1"/>
          <p:nvPr>
            <p:ph idx="1" type="body"/>
          </p:nvPr>
        </p:nvSpPr>
        <p:spPr>
          <a:xfrm>
            <a:off x="906463" y="4719143"/>
            <a:ext cx="4983300" cy="4460700"/>
          </a:xfrm>
          <a:prstGeom prst="rect">
            <a:avLst/>
          </a:prstGeom>
          <a:noFill/>
          <a:ln>
            <a:noFill/>
          </a:ln>
        </p:spPr>
        <p:txBody>
          <a:bodyPr anchorCtr="0" anchor="t" bIns="48800" lIns="96025" spcFirstLastPara="1" rIns="96025" wrap="square" tIns="488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제목 슬라이드" type="title">
  <p:cSld name="TITLE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20"/>
          <p:cNvSpPr txBox="1"/>
          <p:nvPr>
            <p:ph type="ctrTitle"/>
          </p:nvPr>
        </p:nvSpPr>
        <p:spPr>
          <a:xfrm>
            <a:off x="742950" y="2130425"/>
            <a:ext cx="84201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20"/>
          <p:cNvSpPr txBox="1"/>
          <p:nvPr>
            <p:ph idx="1" type="subTitle"/>
          </p:nvPr>
        </p:nvSpPr>
        <p:spPr>
          <a:xfrm>
            <a:off x="1485900" y="3886200"/>
            <a:ext cx="6934200" cy="1752600"/>
          </a:xfrm>
          <a:prstGeom prst="rect">
            <a:avLst/>
          </a:prstGeom>
          <a:noFill/>
          <a:ln cap="rnd" cmpd="sng" w="9525">
            <a:solidFill>
              <a:srgbClr val="FFCC00"/>
            </a:solidFill>
            <a:prstDash val="dot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/>
            </a:lvl2pPr>
            <a:lvl3pPr lvl="2" algn="ctr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/>
            </a:lvl3pPr>
            <a:lvl4pPr lvl="3" algn="ctr">
              <a:lnSpc>
                <a:spcPct val="100000"/>
              </a:lnSpc>
              <a:spcBef>
                <a:spcPts val="22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/>
            </a:lvl4pPr>
            <a:lvl5pPr lvl="4" algn="ctr">
              <a:lnSpc>
                <a:spcPct val="100000"/>
              </a:lnSpc>
              <a:spcBef>
                <a:spcPts val="22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/>
            </a:lvl5pPr>
            <a:lvl6pPr lvl="5" algn="ctr">
              <a:lnSpc>
                <a:spcPct val="100000"/>
              </a:lnSpc>
              <a:spcBef>
                <a:spcPts val="22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/>
            </a:lvl6pPr>
            <a:lvl7pPr lvl="6" algn="ctr">
              <a:lnSpc>
                <a:spcPct val="100000"/>
              </a:lnSpc>
              <a:spcBef>
                <a:spcPts val="22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/>
            </a:lvl7pPr>
            <a:lvl8pPr lvl="7" algn="ctr">
              <a:lnSpc>
                <a:spcPct val="100000"/>
              </a:lnSpc>
              <a:spcBef>
                <a:spcPts val="22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/>
            </a:lvl8pPr>
            <a:lvl9pPr lvl="8" algn="ctr">
              <a:lnSpc>
                <a:spcPct val="100000"/>
              </a:lnSpc>
              <a:spcBef>
                <a:spcPts val="22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내용" type="objOnly">
  <p:cSld name="OBJECT_ONLY"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21"/>
          <p:cNvSpPr txBox="1"/>
          <p:nvPr>
            <p:ph idx="1" type="body"/>
          </p:nvPr>
        </p:nvSpPr>
        <p:spPr>
          <a:xfrm>
            <a:off x="179388" y="269875"/>
            <a:ext cx="9453562" cy="6170613"/>
          </a:xfrm>
          <a:prstGeom prst="rect">
            <a:avLst/>
          </a:prstGeom>
          <a:noFill/>
          <a:ln cap="rnd" cmpd="sng" w="9525">
            <a:solidFill>
              <a:srgbClr val="FFCC00"/>
            </a:solidFill>
            <a:prstDash val="dot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❑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✔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✔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✔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✔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✔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제목 및 내용" type="obj">
  <p:cSld name="OBJEC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22"/>
          <p:cNvSpPr txBox="1"/>
          <p:nvPr>
            <p:ph type="title"/>
          </p:nvPr>
        </p:nvSpPr>
        <p:spPr>
          <a:xfrm>
            <a:off x="179388" y="269875"/>
            <a:ext cx="6167437" cy="4667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" name="Google Shape;30;p22"/>
          <p:cNvSpPr txBox="1"/>
          <p:nvPr>
            <p:ph idx="1" type="body"/>
          </p:nvPr>
        </p:nvSpPr>
        <p:spPr>
          <a:xfrm>
            <a:off x="273050" y="790575"/>
            <a:ext cx="9359900" cy="5649913"/>
          </a:xfrm>
          <a:prstGeom prst="rect">
            <a:avLst/>
          </a:prstGeom>
          <a:noFill/>
          <a:ln cap="rnd" cmpd="sng" w="9525">
            <a:solidFill>
              <a:srgbClr val="FFCC00"/>
            </a:solidFill>
            <a:prstDash val="dot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❑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✔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✔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✔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✔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✔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제목 및 내용">
  <p:cSld name="1_제목 및 내용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구역 머리글" type="secHead">
  <p:cSld name="SECTION_HEADER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24"/>
          <p:cNvSpPr txBox="1"/>
          <p:nvPr>
            <p:ph type="title"/>
          </p:nvPr>
        </p:nvSpPr>
        <p:spPr>
          <a:xfrm>
            <a:off x="782638" y="4406900"/>
            <a:ext cx="84201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4000" cap="none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24"/>
          <p:cNvSpPr txBox="1"/>
          <p:nvPr>
            <p:ph idx="1" type="body"/>
          </p:nvPr>
        </p:nvSpPr>
        <p:spPr>
          <a:xfrm>
            <a:off x="782638" y="2906713"/>
            <a:ext cx="8420100" cy="1500187"/>
          </a:xfrm>
          <a:prstGeom prst="rect">
            <a:avLst/>
          </a:prstGeom>
          <a:noFill/>
          <a:ln cap="rnd" cmpd="sng" w="9525">
            <a:solidFill>
              <a:srgbClr val="FFCC00"/>
            </a:solidFill>
            <a:prstDash val="dot"/>
            <a:miter lim="800000"/>
            <a:headEnd len="sm" w="sm" type="none"/>
            <a:tailEnd len="sm" w="sm" type="none"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1pPr>
            <a:lvl2pPr indent="-2286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2pPr>
            <a:lvl3pPr indent="-228600" lvl="2" marL="1371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/>
            </a:lvl3pPr>
            <a:lvl4pPr indent="-228600" lvl="3" marL="1828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/>
            </a:lvl4pPr>
            <a:lvl5pPr indent="-228600" lvl="4" marL="22860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5pPr>
            <a:lvl6pPr indent="-228600" lvl="5" marL="2743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6pPr>
            <a:lvl7pPr indent="-228600" lvl="6" marL="32004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7pPr>
            <a:lvl8pPr indent="-228600" lvl="7" marL="3657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8pPr>
            <a:lvl9pPr indent="-228600" lvl="8" marL="4114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9pPr>
          </a:lstStyle>
          <a:p/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제목만" type="titleOnly">
  <p:cSld name="TITLE_ONLY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25"/>
          <p:cNvSpPr txBox="1"/>
          <p:nvPr>
            <p:ph type="title"/>
          </p:nvPr>
        </p:nvSpPr>
        <p:spPr>
          <a:xfrm>
            <a:off x="179388" y="269875"/>
            <a:ext cx="6167437" cy="4667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image" Target="../media/image12.png"/><Relationship Id="rId2" Type="http://schemas.openxmlformats.org/officeDocument/2006/relationships/image" Target="../media/image1.png"/><Relationship Id="rId3" Type="http://schemas.openxmlformats.org/officeDocument/2006/relationships/slideLayout" Target="../slideLayouts/slideLayout1.xml"/><Relationship Id="rId4" Type="http://schemas.openxmlformats.org/officeDocument/2006/relationships/slideLayout" Target="../slideLayouts/slideLayout2.xml"/><Relationship Id="rId9" Type="http://schemas.openxmlformats.org/officeDocument/2006/relationships/theme" Target="../theme/theme1.xml"/><Relationship Id="rId5" Type="http://schemas.openxmlformats.org/officeDocument/2006/relationships/slideLayout" Target="../slideLayouts/slideLayout3.xml"/><Relationship Id="rId6" Type="http://schemas.openxmlformats.org/officeDocument/2006/relationships/slideLayout" Target="../slideLayouts/slideLayout4.xml"/><Relationship Id="rId7" Type="http://schemas.openxmlformats.org/officeDocument/2006/relationships/slideLayout" Target="../slideLayouts/slideLayout5.xml"/><Relationship Id="rId8" Type="http://schemas.openxmlformats.org/officeDocument/2006/relationships/slideLayout" Target="../slideLayouts/slideLayout6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9"/>
          <p:cNvSpPr txBox="1"/>
          <p:nvPr>
            <p:ph type="title"/>
          </p:nvPr>
        </p:nvSpPr>
        <p:spPr>
          <a:xfrm>
            <a:off x="179388" y="269875"/>
            <a:ext cx="6167437" cy="4667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500" u="none" cap="none" strike="noStrike">
                <a:solidFill>
                  <a:srgbClr val="003366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500" u="none" cap="none" strike="noStrike">
                <a:solidFill>
                  <a:srgbClr val="003366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500" u="none" cap="none" strike="noStrike">
                <a:solidFill>
                  <a:srgbClr val="003366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500" u="none" cap="none" strike="noStrike">
                <a:solidFill>
                  <a:srgbClr val="003366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500" u="none" cap="none" strike="noStrike">
                <a:solidFill>
                  <a:srgbClr val="003366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1" name="Google Shape;11;p19"/>
          <p:cNvSpPr txBox="1"/>
          <p:nvPr>
            <p:ph idx="1" type="body"/>
          </p:nvPr>
        </p:nvSpPr>
        <p:spPr>
          <a:xfrm>
            <a:off x="273050" y="790575"/>
            <a:ext cx="9359900" cy="5649913"/>
          </a:xfrm>
          <a:prstGeom prst="rect">
            <a:avLst/>
          </a:prstGeom>
          <a:noFill/>
          <a:ln cap="rnd" cmpd="sng" w="9525">
            <a:solidFill>
              <a:srgbClr val="FFCC00"/>
            </a:solidFill>
            <a:prstDash val="dot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17500" lvl="0" marL="457200" marR="0" rtl="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oto Sans Symbols"/>
              <a:buChar char="❑"/>
              <a:def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04800" lvl="1" marL="914400" marR="0" rtl="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Symbols"/>
              <a:buChar char="●"/>
              <a:defRPr b="1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04800" lvl="2" marL="1371600" marR="0" rtl="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22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–"/>
              <a:defRPr b="0" i="0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22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Noto Sans Symbols"/>
              <a:buChar char="✔"/>
              <a:defRPr b="0" i="0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22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Noto Sans Symbols"/>
              <a:buChar char="✔"/>
              <a:defRPr b="0" i="0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22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Noto Sans Symbols"/>
              <a:buChar char="✔"/>
              <a:defRPr b="0" i="0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22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Noto Sans Symbols"/>
              <a:buChar char="✔"/>
              <a:defRPr b="0" i="0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22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Noto Sans Symbols"/>
              <a:buChar char="✔"/>
              <a:defRPr b="0" i="0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2" name="Google Shape;12;p19"/>
          <p:cNvSpPr/>
          <p:nvPr/>
        </p:nvSpPr>
        <p:spPr>
          <a:xfrm>
            <a:off x="4876118" y="6653813"/>
            <a:ext cx="141064" cy="13849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fld id="{00000000-1234-1234-1234-123412341234}" type="slidenum">
              <a:rPr b="0" i="0" lang="en-US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3" name="Google Shape;13;p19"/>
          <p:cNvPicPr preferRelativeResize="0"/>
          <p:nvPr/>
        </p:nvPicPr>
        <p:blipFill rotWithShape="1">
          <a:blip r:embed="rId1">
            <a:alphaModFix/>
          </a:blip>
          <a:srcRect b="0" l="0" r="0" t="0"/>
          <a:stretch/>
        </p:blipFill>
        <p:spPr>
          <a:xfrm>
            <a:off x="8326438" y="168153"/>
            <a:ext cx="1377950" cy="158993"/>
          </a:xfrm>
          <a:prstGeom prst="rect">
            <a:avLst/>
          </a:prstGeom>
          <a:noFill/>
          <a:ln>
            <a:noFill/>
          </a:ln>
        </p:spPr>
      </p:pic>
      <p:sp>
        <p:nvSpPr>
          <p:cNvPr id="14" name="Google Shape;14;p19"/>
          <p:cNvSpPr/>
          <p:nvPr/>
        </p:nvSpPr>
        <p:spPr>
          <a:xfrm>
            <a:off x="171450" y="122238"/>
            <a:ext cx="3124200" cy="1984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b="0" i="0" lang="en-US" sz="7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rPr>
              <a:t>프로젝트형 넥사크로 N 전문가 양성과정</a:t>
            </a:r>
            <a:endParaRPr b="0" i="0" sz="700" u="none" cap="none" strike="noStrike">
              <a:solidFill>
                <a:schemeClr val="lt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" name="Google Shape;15;p19"/>
          <p:cNvSpPr txBox="1"/>
          <p:nvPr/>
        </p:nvSpPr>
        <p:spPr>
          <a:xfrm>
            <a:off x="7018338" y="411163"/>
            <a:ext cx="2701925" cy="2746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" name="Google Shape;16;p19"/>
          <p:cNvSpPr/>
          <p:nvPr/>
        </p:nvSpPr>
        <p:spPr>
          <a:xfrm>
            <a:off x="9525" y="681038"/>
            <a:ext cx="9896475" cy="46037"/>
          </a:xfrm>
          <a:prstGeom prst="rect">
            <a:avLst/>
          </a:prstGeom>
          <a:solidFill>
            <a:srgbClr val="10277C"/>
          </a:solidFill>
          <a:ln cap="flat" cmpd="sng" w="9525">
            <a:solidFill>
              <a:srgbClr val="10277C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6000" lIns="36000" spcFirstLastPara="1" rIns="36000" wrap="square" tIns="36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7" name="Google Shape;17;p19"/>
          <p:cNvGrpSpPr/>
          <p:nvPr/>
        </p:nvGrpSpPr>
        <p:grpSpPr>
          <a:xfrm>
            <a:off x="9525" y="6553200"/>
            <a:ext cx="9896475" cy="244475"/>
            <a:chOff x="6" y="4128"/>
            <a:chExt cx="6234" cy="154"/>
          </a:xfrm>
        </p:grpSpPr>
        <p:pic>
          <p:nvPicPr>
            <p:cNvPr id="18" name="Google Shape;18;p19"/>
            <p:cNvPicPr preferRelativeResize="0"/>
            <p:nvPr/>
          </p:nvPicPr>
          <p:blipFill rotWithShape="1">
            <a:blip r:embed="rId2">
              <a:alphaModFix/>
            </a:blip>
            <a:srcRect b="0" l="0" r="0" t="0"/>
            <a:stretch/>
          </p:blipFill>
          <p:spPr>
            <a:xfrm>
              <a:off x="5717" y="4183"/>
              <a:ext cx="331" cy="99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9" name="Google Shape;19;p19"/>
            <p:cNvSpPr txBox="1"/>
            <p:nvPr/>
          </p:nvSpPr>
          <p:spPr>
            <a:xfrm>
              <a:off x="115" y="4195"/>
              <a:ext cx="1711" cy="6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3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00"/>
                <a:buFont typeface="Arial"/>
                <a:buNone/>
              </a:pPr>
              <a:r>
                <a:rPr b="0" i="0" lang="en-US" sz="700" u="none" cap="none" strike="noStrike">
                  <a:solidFill>
                    <a:srgbClr val="5F5F5F"/>
                  </a:solidFill>
                  <a:latin typeface="Arial"/>
                  <a:ea typeface="Arial"/>
                  <a:cs typeface="Arial"/>
                  <a:sym typeface="Arial"/>
                </a:rPr>
                <a:t>   Copyright ⓒ 2018 TOBESOFT Co., Ltd., All rights reserved.</a:t>
              </a:r>
              <a:endParaRPr b="1" i="0" sz="1200" u="none" cap="none" strike="noStrike">
                <a:solidFill>
                  <a:srgbClr val="5F5F5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" name="Google Shape;20;p19"/>
            <p:cNvSpPr/>
            <p:nvPr/>
          </p:nvSpPr>
          <p:spPr>
            <a:xfrm>
              <a:off x="6" y="4128"/>
              <a:ext cx="6234" cy="29"/>
            </a:xfrm>
            <a:prstGeom prst="rect">
              <a:avLst/>
            </a:prstGeom>
            <a:solidFill>
              <a:srgbClr val="10277C"/>
            </a:solidFill>
            <a:ln>
              <a:noFill/>
            </a:ln>
          </p:spPr>
          <p:txBody>
            <a:bodyPr anchorCtr="0" anchor="ctr" bIns="36000" lIns="36000" spcFirstLastPara="1" rIns="36000" wrap="square" tIns="360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aphicFrame>
        <p:nvGraphicFramePr>
          <p:cNvPr id="21" name="Google Shape;21;p19"/>
          <p:cNvGraphicFramePr/>
          <p:nvPr/>
        </p:nvGraphicFramePr>
        <p:xfrm>
          <a:off x="285750" y="7905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{CF4C7CCB-7D7A-4433-9389-327F861A9882}</a:tableStyleId>
              </a:tblPr>
              <a:tblGrid>
                <a:gridCol w="9347200"/>
              </a:tblGrid>
              <a:tr h="56531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Noto Sans Symbols"/>
                        <a:buNone/>
                      </a:pPr>
                      <a:r>
                        <a:t/>
                      </a:r>
                      <a:endParaRPr b="0" i="0" sz="14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6000" marB="36000" marR="36000" marL="36000" anchor="ctr">
                    <a:lnL cap="flat" cmpd="sng" w="12700">
                      <a:solidFill>
                        <a:schemeClr val="lt2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2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2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2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22" name="Google Shape;22;p19"/>
          <p:cNvSpPr txBox="1"/>
          <p:nvPr/>
        </p:nvSpPr>
        <p:spPr>
          <a:xfrm>
            <a:off x="6176963" y="407988"/>
            <a:ext cx="3492500" cy="2746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003366"/>
                </a:solidFill>
                <a:latin typeface="Arial"/>
                <a:ea typeface="Arial"/>
                <a:cs typeface="Arial"/>
                <a:sym typeface="Arial"/>
              </a:rPr>
              <a:t>화면설계서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3"/>
    <p:sldLayoutId id="2147483650" r:id="rId4"/>
    <p:sldLayoutId id="2147483651" r:id="rId5"/>
    <p:sldLayoutId id="2147483652" r:id="rId6"/>
    <p:sldLayoutId id="2147483653" r:id="rId7"/>
    <p:sldLayoutId id="2147483654" r:id="rId8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5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.png"/><Relationship Id="rId4" Type="http://schemas.openxmlformats.org/officeDocument/2006/relationships/image" Target="../media/image7.png"/><Relationship Id="rId5" Type="http://schemas.openxmlformats.org/officeDocument/2006/relationships/image" Target="../media/image4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6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8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9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20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0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1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22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33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27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4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6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13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15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21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17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18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19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26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25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23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24.pn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30.pn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30.png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28.png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29.png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31.png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4.xml"/><Relationship Id="rId3" Type="http://schemas.openxmlformats.org/officeDocument/2006/relationships/image" Target="../media/image32.png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5.xml"/><Relationship Id="rId3" Type="http://schemas.openxmlformats.org/officeDocument/2006/relationships/image" Target="../media/image36.png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6.xml"/><Relationship Id="rId3" Type="http://schemas.openxmlformats.org/officeDocument/2006/relationships/image" Target="../media/image35.png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7.xml"/><Relationship Id="rId3" Type="http://schemas.openxmlformats.org/officeDocument/2006/relationships/image" Target="../media/image34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"/>
          <p:cNvSpPr txBox="1"/>
          <p:nvPr>
            <p:ph type="ctrTitle"/>
          </p:nvPr>
        </p:nvSpPr>
        <p:spPr>
          <a:xfrm>
            <a:off x="742950" y="2130425"/>
            <a:ext cx="8420100" cy="147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4000"/>
              <a:t>투비 다이닝</a:t>
            </a:r>
            <a:endParaRPr sz="40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2"/>
          <p:cNvSpPr/>
          <p:nvPr/>
        </p:nvSpPr>
        <p:spPr>
          <a:xfrm>
            <a:off x="6969125" y="100013"/>
            <a:ext cx="2663825" cy="474662"/>
          </a:xfrm>
          <a:prstGeom prst="rect">
            <a:avLst/>
          </a:prstGeom>
          <a:noFill/>
          <a:ln>
            <a:noFill/>
          </a:ln>
        </p:spPr>
        <p:txBody>
          <a:bodyPr anchorCtr="0" anchor="t" bIns="55175" lIns="110350" spcFirstLastPara="1" rIns="110350" wrap="square" tIns="55175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Noto Sans Symbols"/>
              <a:buNone/>
            </a:pPr>
            <a:r>
              <a:t/>
            </a:r>
            <a:endParaRPr b="1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" name="Google Shape;47;p2"/>
          <p:cNvSpPr/>
          <p:nvPr/>
        </p:nvSpPr>
        <p:spPr>
          <a:xfrm>
            <a:off x="179388" y="269875"/>
            <a:ext cx="6167437" cy="4667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rgbClr val="003366"/>
                </a:solidFill>
                <a:latin typeface="Arial"/>
                <a:ea typeface="Arial"/>
                <a:cs typeface="Arial"/>
                <a:sym typeface="Arial"/>
              </a:rPr>
              <a:t>파트 Ⅰ개발 표준</a:t>
            </a:r>
            <a:endParaRPr b="0" i="0" sz="1500" u="none" cap="none" strike="noStrike">
              <a:solidFill>
                <a:srgbClr val="003366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" name="Google Shape;48;p2"/>
          <p:cNvSpPr/>
          <p:nvPr/>
        </p:nvSpPr>
        <p:spPr>
          <a:xfrm>
            <a:off x="422212" y="823913"/>
            <a:ext cx="9031288" cy="411471"/>
          </a:xfrm>
          <a:prstGeom prst="rect">
            <a:avLst/>
          </a:prstGeom>
          <a:noFill/>
          <a:ln>
            <a:noFill/>
          </a:ln>
        </p:spPr>
        <p:txBody>
          <a:bodyPr anchorCtr="0" anchor="t" bIns="25425" lIns="63575" spcFirstLastPara="1" rIns="63575" wrap="square" tIns="25425">
            <a:sp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1. 문서 이력정보</a:t>
            </a:r>
            <a:endParaRPr b="1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49" name="Google Shape;49;p2"/>
          <p:cNvGraphicFramePr/>
          <p:nvPr/>
        </p:nvGraphicFramePr>
        <p:xfrm>
          <a:off x="631825" y="1291349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{42523571-8647-4EEF-BE47-7BDBFEA9375B}</a:tableStyleId>
              </a:tblPr>
              <a:tblGrid>
                <a:gridCol w="839875"/>
                <a:gridCol w="858575"/>
                <a:gridCol w="5786000"/>
                <a:gridCol w="1157200"/>
              </a:tblGrid>
              <a:tr h="3556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en-US" sz="12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Version</a:t>
                      </a:r>
                      <a:endParaRPr b="1" sz="12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0475" marB="30475" marR="49525" marL="49525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en-US" sz="12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Author</a:t>
                      </a:r>
                      <a:endParaRPr b="1" sz="12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0475" marB="30475" marR="49525" marL="49525"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en-US" sz="12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Description</a:t>
                      </a:r>
                      <a:endParaRPr b="1" sz="12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0475" marB="30475" marR="49525" marL="49525"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en-US" sz="12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Date</a:t>
                      </a:r>
                      <a:endParaRPr b="1" sz="12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0475" marB="30475" marR="49525" marL="49525"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rgbClr val="BFBFBF"/>
                    </a:solidFill>
                  </a:tcPr>
                </a:tc>
              </a:tr>
              <a:tr h="6223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0.1</a:t>
                      </a:r>
                      <a:endParaRPr sz="12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0475" marB="30475" marR="49525" marL="495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/>
                        <a:t>김태훈</a:t>
                      </a:r>
                      <a:endParaRPr sz="11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0475" marB="30475" marR="49525" marL="49525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- </a:t>
                      </a:r>
                      <a:r>
                        <a:rPr lang="en-US" sz="1100"/>
                        <a:t>figma 완성</a:t>
                      </a:r>
                      <a:endParaRPr sz="11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0475" marB="30475" marR="49525" marL="495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202</a:t>
                      </a:r>
                      <a:r>
                        <a:rPr lang="en-US" sz="1200"/>
                        <a:t>5-01-10</a:t>
                      </a:r>
                      <a:endParaRPr sz="1400" u="none" cap="none" strike="noStrike"/>
                    </a:p>
                  </a:txBody>
                  <a:tcPr marT="30475" marB="30475" marR="49525" marL="49525" anchor="ctr"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</a:tr>
              <a:tr h="6223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0.2</a:t>
                      </a:r>
                      <a:endParaRPr sz="12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0475" marB="30475" marR="49525" marL="495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/>
                        <a:t>김태훈</a:t>
                      </a:r>
                      <a:endParaRPr sz="12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0475" marB="30475" marR="49525" marL="49525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- </a:t>
                      </a:r>
                      <a:r>
                        <a:rPr lang="en-US" sz="1200"/>
                        <a:t>1차 초안 완성</a:t>
                      </a:r>
                      <a:endParaRPr sz="1400" u="none" cap="none" strike="noStrike"/>
                    </a:p>
                  </a:txBody>
                  <a:tcPr marT="30475" marB="30475" marR="49525" marL="495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202</a:t>
                      </a:r>
                      <a:r>
                        <a:rPr lang="en-US" sz="1200"/>
                        <a:t>5-01-16</a:t>
                      </a:r>
                      <a:endParaRPr sz="1400" u="none" cap="none" strike="noStrike"/>
                    </a:p>
                  </a:txBody>
                  <a:tcPr marT="30475" marB="30475" marR="49525" marL="49525" anchor="ctr"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</a:tr>
              <a:tr h="6223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0.3</a:t>
                      </a:r>
                      <a:endParaRPr sz="12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0475" marB="30475" marR="49525" marL="495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/>
                        <a:t>김태훈</a:t>
                      </a:r>
                      <a:endParaRPr sz="12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0475" marB="30475" marR="49525" marL="49525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- </a:t>
                      </a:r>
                      <a:r>
                        <a:rPr lang="en-US" sz="1200"/>
                        <a:t>최종 수정</a:t>
                      </a:r>
                      <a:endParaRPr sz="1400" u="none" cap="none" strike="noStrike"/>
                    </a:p>
                  </a:txBody>
                  <a:tcPr marT="30475" marB="30475" marR="49525" marL="495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202</a:t>
                      </a:r>
                      <a:r>
                        <a:rPr lang="en-US" sz="1200"/>
                        <a:t>5</a:t>
                      </a:r>
                      <a:r>
                        <a:rPr lang="en-US" sz="12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-0</a:t>
                      </a:r>
                      <a:r>
                        <a:rPr lang="en-US" sz="1200"/>
                        <a:t>2</a:t>
                      </a:r>
                      <a:r>
                        <a:rPr lang="en-US" sz="12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-</a:t>
                      </a:r>
                      <a:r>
                        <a:rPr lang="en-US" sz="1200"/>
                        <a:t>26</a:t>
                      </a:r>
                      <a:endParaRPr sz="12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0475" marB="30475" marR="49525" marL="49525" anchor="ctr"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</a:tr>
              <a:tr h="6223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sz="12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0475" marB="30475" marR="49525" marL="495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sz="12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0475" marB="30475" marR="49525" marL="49525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sz="12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0475" marB="30475" marR="49525" marL="495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sz="12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0475" marB="30475" marR="49525" marL="49525" anchor="ctr"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</a:tr>
              <a:tr h="6223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sz="12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0475" marB="30475" marR="49525" marL="495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sz="12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0475" marB="30475" marR="49525" marL="49525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sz="12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0475" marB="30475" marR="49525" marL="495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sz="12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0475" marB="30475" marR="49525" marL="49525" anchor="ctr"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3"/>
          <p:cNvSpPr/>
          <p:nvPr/>
        </p:nvSpPr>
        <p:spPr>
          <a:xfrm>
            <a:off x="6969125" y="100013"/>
            <a:ext cx="2663825" cy="474662"/>
          </a:xfrm>
          <a:prstGeom prst="rect">
            <a:avLst/>
          </a:prstGeom>
          <a:noFill/>
          <a:ln>
            <a:noFill/>
          </a:ln>
        </p:spPr>
        <p:txBody>
          <a:bodyPr anchorCtr="0" anchor="t" bIns="55175" lIns="110350" spcFirstLastPara="1" rIns="110350" wrap="square" tIns="55175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Noto Sans Symbols"/>
              <a:buNone/>
            </a:pPr>
            <a:r>
              <a:t/>
            </a:r>
            <a:endParaRPr b="1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" name="Google Shape;55;p3"/>
          <p:cNvSpPr/>
          <p:nvPr/>
        </p:nvSpPr>
        <p:spPr>
          <a:xfrm>
            <a:off x="422212" y="823913"/>
            <a:ext cx="90312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25" lIns="63575" spcFirstLastPara="1" rIns="63575" wrap="square" tIns="25425">
            <a:sp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2. 기능구조</a:t>
            </a:r>
            <a:endParaRPr b="1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" name="Google Shape;56;p3"/>
          <p:cNvSpPr/>
          <p:nvPr/>
        </p:nvSpPr>
        <p:spPr>
          <a:xfrm>
            <a:off x="4332350" y="1799825"/>
            <a:ext cx="1378200" cy="609000"/>
          </a:xfrm>
          <a:prstGeom prst="roundRect">
            <a:avLst>
              <a:gd fmla="val 16667" name="adj"/>
            </a:avLst>
          </a:prstGeom>
          <a:solidFill>
            <a:srgbClr val="00FFF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사용자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(손님)</a:t>
            </a:r>
            <a:endParaRPr/>
          </a:p>
        </p:txBody>
      </p:sp>
      <p:sp>
        <p:nvSpPr>
          <p:cNvPr id="57" name="Google Shape;57;p3"/>
          <p:cNvSpPr/>
          <p:nvPr/>
        </p:nvSpPr>
        <p:spPr>
          <a:xfrm>
            <a:off x="2809475" y="2540225"/>
            <a:ext cx="1378200" cy="411600"/>
          </a:xfrm>
          <a:prstGeom prst="roundRect">
            <a:avLst>
              <a:gd fmla="val 16667" name="adj"/>
            </a:avLst>
          </a:prstGeom>
          <a:solidFill>
            <a:srgbClr val="6D9EEB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회원 관련</a:t>
            </a:r>
            <a:endParaRPr/>
          </a:p>
        </p:txBody>
      </p:sp>
      <p:sp>
        <p:nvSpPr>
          <p:cNvPr id="58" name="Google Shape;58;p3"/>
          <p:cNvSpPr/>
          <p:nvPr/>
        </p:nvSpPr>
        <p:spPr>
          <a:xfrm>
            <a:off x="2809475" y="3089515"/>
            <a:ext cx="1378200" cy="411600"/>
          </a:xfrm>
          <a:prstGeom prst="roundRect">
            <a:avLst>
              <a:gd fmla="val 16667" name="adj"/>
            </a:avLst>
          </a:prstGeom>
          <a:solidFill>
            <a:srgbClr val="00FFF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로그인</a:t>
            </a:r>
            <a:endParaRPr/>
          </a:p>
        </p:txBody>
      </p:sp>
      <p:sp>
        <p:nvSpPr>
          <p:cNvPr id="59" name="Google Shape;59;p3"/>
          <p:cNvSpPr/>
          <p:nvPr/>
        </p:nvSpPr>
        <p:spPr>
          <a:xfrm>
            <a:off x="2809475" y="3650455"/>
            <a:ext cx="1378200" cy="411600"/>
          </a:xfrm>
          <a:prstGeom prst="roundRect">
            <a:avLst>
              <a:gd fmla="val 16667" name="adj"/>
            </a:avLst>
          </a:prstGeom>
          <a:solidFill>
            <a:srgbClr val="00FFF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회원가입</a:t>
            </a:r>
            <a:endParaRPr/>
          </a:p>
        </p:txBody>
      </p:sp>
      <p:sp>
        <p:nvSpPr>
          <p:cNvPr id="60" name="Google Shape;60;p3"/>
          <p:cNvSpPr/>
          <p:nvPr/>
        </p:nvSpPr>
        <p:spPr>
          <a:xfrm>
            <a:off x="2809475" y="4188782"/>
            <a:ext cx="1378200" cy="411600"/>
          </a:xfrm>
          <a:prstGeom prst="roundRect">
            <a:avLst>
              <a:gd fmla="val 16667" name="adj"/>
            </a:avLst>
          </a:prstGeom>
          <a:solidFill>
            <a:srgbClr val="00FFF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ID/PW </a:t>
            </a:r>
            <a:r>
              <a:rPr lang="en-US"/>
              <a:t>찾기</a:t>
            </a:r>
            <a:endParaRPr/>
          </a:p>
        </p:txBody>
      </p:sp>
      <p:sp>
        <p:nvSpPr>
          <p:cNvPr id="61" name="Google Shape;61;p3"/>
          <p:cNvSpPr/>
          <p:nvPr/>
        </p:nvSpPr>
        <p:spPr>
          <a:xfrm>
            <a:off x="2809475" y="4760685"/>
            <a:ext cx="1378200" cy="411600"/>
          </a:xfrm>
          <a:prstGeom prst="roundRect">
            <a:avLst>
              <a:gd fmla="val 16667" name="adj"/>
            </a:avLst>
          </a:prstGeom>
          <a:solidFill>
            <a:srgbClr val="00FFF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회원 정보수정</a:t>
            </a:r>
            <a:endParaRPr/>
          </a:p>
        </p:txBody>
      </p:sp>
      <p:sp>
        <p:nvSpPr>
          <p:cNvPr id="62" name="Google Shape;62;p3"/>
          <p:cNvSpPr/>
          <p:nvPr/>
        </p:nvSpPr>
        <p:spPr>
          <a:xfrm>
            <a:off x="4336750" y="2540225"/>
            <a:ext cx="1378200" cy="411600"/>
          </a:xfrm>
          <a:prstGeom prst="roundRect">
            <a:avLst>
              <a:gd fmla="val 16667" name="adj"/>
            </a:avLst>
          </a:prstGeom>
          <a:solidFill>
            <a:srgbClr val="6D9EEB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맛집 이용</a:t>
            </a:r>
            <a:endParaRPr/>
          </a:p>
        </p:txBody>
      </p:sp>
      <p:sp>
        <p:nvSpPr>
          <p:cNvPr id="63" name="Google Shape;63;p3"/>
          <p:cNvSpPr/>
          <p:nvPr/>
        </p:nvSpPr>
        <p:spPr>
          <a:xfrm>
            <a:off x="5823200" y="2540225"/>
            <a:ext cx="1298100" cy="411600"/>
          </a:xfrm>
          <a:prstGeom prst="roundRect">
            <a:avLst>
              <a:gd fmla="val 16667" name="adj"/>
            </a:avLst>
          </a:prstGeom>
          <a:solidFill>
            <a:srgbClr val="6D9EEB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위치 관련</a:t>
            </a:r>
            <a:endParaRPr/>
          </a:p>
        </p:txBody>
      </p:sp>
      <p:sp>
        <p:nvSpPr>
          <p:cNvPr id="64" name="Google Shape;64;p3"/>
          <p:cNvSpPr/>
          <p:nvPr/>
        </p:nvSpPr>
        <p:spPr>
          <a:xfrm>
            <a:off x="4336750" y="4219150"/>
            <a:ext cx="1378200" cy="411600"/>
          </a:xfrm>
          <a:prstGeom prst="roundRect">
            <a:avLst>
              <a:gd fmla="val 16667" name="adj"/>
            </a:avLst>
          </a:prstGeom>
          <a:solidFill>
            <a:srgbClr val="00FFF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리뷰 남기기</a:t>
            </a:r>
            <a:endParaRPr/>
          </a:p>
        </p:txBody>
      </p:sp>
      <p:sp>
        <p:nvSpPr>
          <p:cNvPr id="65" name="Google Shape;65;p3"/>
          <p:cNvSpPr/>
          <p:nvPr/>
        </p:nvSpPr>
        <p:spPr>
          <a:xfrm>
            <a:off x="4336750" y="4784325"/>
            <a:ext cx="1378200" cy="411600"/>
          </a:xfrm>
          <a:prstGeom prst="roundRect">
            <a:avLst>
              <a:gd fmla="val 16667" name="adj"/>
            </a:avLst>
          </a:prstGeom>
          <a:solidFill>
            <a:srgbClr val="00FFF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즐겨 찾기</a:t>
            </a:r>
            <a:endParaRPr/>
          </a:p>
        </p:txBody>
      </p:sp>
      <p:sp>
        <p:nvSpPr>
          <p:cNvPr id="66" name="Google Shape;66;p3"/>
          <p:cNvSpPr/>
          <p:nvPr/>
        </p:nvSpPr>
        <p:spPr>
          <a:xfrm>
            <a:off x="4336750" y="3108188"/>
            <a:ext cx="1378200" cy="411600"/>
          </a:xfrm>
          <a:prstGeom prst="roundRect">
            <a:avLst>
              <a:gd fmla="val 16667" name="adj"/>
            </a:avLst>
          </a:prstGeom>
          <a:solidFill>
            <a:srgbClr val="00FFF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식당 추천</a:t>
            </a:r>
            <a:endParaRPr/>
          </a:p>
        </p:txBody>
      </p:sp>
      <p:sp>
        <p:nvSpPr>
          <p:cNvPr id="67" name="Google Shape;67;p3"/>
          <p:cNvSpPr/>
          <p:nvPr/>
        </p:nvSpPr>
        <p:spPr>
          <a:xfrm>
            <a:off x="4336750" y="3663675"/>
            <a:ext cx="1378200" cy="411600"/>
          </a:xfrm>
          <a:prstGeom prst="roundRect">
            <a:avLst>
              <a:gd fmla="val 16667" name="adj"/>
            </a:avLst>
          </a:prstGeom>
          <a:solidFill>
            <a:srgbClr val="00FFF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식당 정보보기</a:t>
            </a:r>
            <a:endParaRPr/>
          </a:p>
        </p:txBody>
      </p:sp>
      <p:sp>
        <p:nvSpPr>
          <p:cNvPr id="68" name="Google Shape;68;p3"/>
          <p:cNvSpPr/>
          <p:nvPr/>
        </p:nvSpPr>
        <p:spPr>
          <a:xfrm>
            <a:off x="5823200" y="3108175"/>
            <a:ext cx="1298100" cy="411600"/>
          </a:xfrm>
          <a:prstGeom prst="roundRect">
            <a:avLst>
              <a:gd fmla="val 16667" name="adj"/>
            </a:avLst>
          </a:prstGeom>
          <a:solidFill>
            <a:srgbClr val="00FFF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위치 등록</a:t>
            </a:r>
            <a:endParaRPr/>
          </a:p>
        </p:txBody>
      </p:sp>
      <p:sp>
        <p:nvSpPr>
          <p:cNvPr id="69" name="Google Shape;69;p3"/>
          <p:cNvSpPr/>
          <p:nvPr/>
        </p:nvSpPr>
        <p:spPr>
          <a:xfrm>
            <a:off x="790375" y="1799825"/>
            <a:ext cx="1584300" cy="609000"/>
          </a:xfrm>
          <a:prstGeom prst="roundRect">
            <a:avLst>
              <a:gd fmla="val 16667" name="adj"/>
            </a:avLst>
          </a:prstGeom>
          <a:solidFill>
            <a:srgbClr val="00FFF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사장님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(</a:t>
            </a:r>
            <a:r>
              <a:rPr lang="en-US"/>
              <a:t>가게 관리자</a:t>
            </a:r>
            <a:r>
              <a:rPr lang="en-US"/>
              <a:t>)</a:t>
            </a:r>
            <a:endParaRPr/>
          </a:p>
        </p:txBody>
      </p:sp>
      <p:sp>
        <p:nvSpPr>
          <p:cNvPr id="70" name="Google Shape;70;p3"/>
          <p:cNvSpPr/>
          <p:nvPr/>
        </p:nvSpPr>
        <p:spPr>
          <a:xfrm>
            <a:off x="790375" y="2540225"/>
            <a:ext cx="1584300" cy="411600"/>
          </a:xfrm>
          <a:prstGeom prst="roundRect">
            <a:avLst>
              <a:gd fmla="val 16667" name="adj"/>
            </a:avLst>
          </a:prstGeom>
          <a:solidFill>
            <a:srgbClr val="6D9EEB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맛집 </a:t>
            </a:r>
            <a:r>
              <a:rPr lang="en-US"/>
              <a:t>관리</a:t>
            </a:r>
            <a:endParaRPr/>
          </a:p>
        </p:txBody>
      </p:sp>
      <p:sp>
        <p:nvSpPr>
          <p:cNvPr id="71" name="Google Shape;71;p3"/>
          <p:cNvSpPr/>
          <p:nvPr/>
        </p:nvSpPr>
        <p:spPr>
          <a:xfrm>
            <a:off x="790375" y="3083225"/>
            <a:ext cx="1584300" cy="411600"/>
          </a:xfrm>
          <a:prstGeom prst="roundRect">
            <a:avLst>
              <a:gd fmla="val 16667" name="adj"/>
            </a:avLst>
          </a:prstGeom>
          <a:solidFill>
            <a:srgbClr val="00FFF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리뷰 </a:t>
            </a:r>
            <a:r>
              <a:rPr lang="en-US"/>
              <a:t>관리</a:t>
            </a:r>
            <a:endParaRPr/>
          </a:p>
        </p:txBody>
      </p:sp>
      <p:sp>
        <p:nvSpPr>
          <p:cNvPr id="72" name="Google Shape;72;p3"/>
          <p:cNvSpPr/>
          <p:nvPr/>
        </p:nvSpPr>
        <p:spPr>
          <a:xfrm>
            <a:off x="790375" y="3626225"/>
            <a:ext cx="1584300" cy="411600"/>
          </a:xfrm>
          <a:prstGeom prst="roundRect">
            <a:avLst>
              <a:gd fmla="val 16667" name="adj"/>
            </a:avLst>
          </a:prstGeom>
          <a:solidFill>
            <a:srgbClr val="00FFF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식당 </a:t>
            </a:r>
            <a:r>
              <a:rPr lang="en-US"/>
              <a:t>예약 관리</a:t>
            </a:r>
            <a:endParaRPr/>
          </a:p>
        </p:txBody>
      </p:sp>
      <p:sp>
        <p:nvSpPr>
          <p:cNvPr id="73" name="Google Shape;73;p3"/>
          <p:cNvSpPr/>
          <p:nvPr/>
        </p:nvSpPr>
        <p:spPr>
          <a:xfrm>
            <a:off x="4336750" y="5349500"/>
            <a:ext cx="1378200" cy="411600"/>
          </a:xfrm>
          <a:prstGeom prst="roundRect">
            <a:avLst>
              <a:gd fmla="val 16667" name="adj"/>
            </a:avLst>
          </a:prstGeom>
          <a:solidFill>
            <a:srgbClr val="00FFF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식당</a:t>
            </a:r>
            <a:r>
              <a:rPr lang="en-US"/>
              <a:t>예약</a:t>
            </a:r>
            <a:endParaRPr/>
          </a:p>
        </p:txBody>
      </p:sp>
      <p:sp>
        <p:nvSpPr>
          <p:cNvPr id="74" name="Google Shape;74;p3"/>
          <p:cNvSpPr/>
          <p:nvPr/>
        </p:nvSpPr>
        <p:spPr>
          <a:xfrm>
            <a:off x="7720400" y="1796650"/>
            <a:ext cx="1378200" cy="609000"/>
          </a:xfrm>
          <a:prstGeom prst="roundRect">
            <a:avLst>
              <a:gd fmla="val 16667" name="adj"/>
            </a:avLst>
          </a:prstGeom>
          <a:solidFill>
            <a:srgbClr val="00FFF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관리자</a:t>
            </a:r>
            <a:endParaRPr/>
          </a:p>
        </p:txBody>
      </p:sp>
      <p:sp>
        <p:nvSpPr>
          <p:cNvPr id="75" name="Google Shape;75;p3"/>
          <p:cNvSpPr/>
          <p:nvPr/>
        </p:nvSpPr>
        <p:spPr>
          <a:xfrm>
            <a:off x="7734350" y="2541625"/>
            <a:ext cx="1378200" cy="411600"/>
          </a:xfrm>
          <a:prstGeom prst="roundRect">
            <a:avLst>
              <a:gd fmla="val 16667" name="adj"/>
            </a:avLst>
          </a:prstGeom>
          <a:solidFill>
            <a:srgbClr val="6D9EEB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맛집 관리</a:t>
            </a:r>
            <a:endParaRPr/>
          </a:p>
        </p:txBody>
      </p:sp>
      <p:sp>
        <p:nvSpPr>
          <p:cNvPr id="76" name="Google Shape;76;p3"/>
          <p:cNvSpPr/>
          <p:nvPr/>
        </p:nvSpPr>
        <p:spPr>
          <a:xfrm>
            <a:off x="7677025" y="3623075"/>
            <a:ext cx="1378200" cy="411600"/>
          </a:xfrm>
          <a:prstGeom prst="roundRect">
            <a:avLst>
              <a:gd fmla="val 16667" name="adj"/>
            </a:avLst>
          </a:prstGeom>
          <a:solidFill>
            <a:srgbClr val="00FFF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공지사항 작성</a:t>
            </a:r>
            <a:endParaRPr/>
          </a:p>
        </p:txBody>
      </p:sp>
      <p:sp>
        <p:nvSpPr>
          <p:cNvPr id="77" name="Google Shape;77;p3"/>
          <p:cNvSpPr/>
          <p:nvPr/>
        </p:nvSpPr>
        <p:spPr>
          <a:xfrm>
            <a:off x="7677025" y="3082338"/>
            <a:ext cx="1378200" cy="411600"/>
          </a:xfrm>
          <a:prstGeom prst="roundRect">
            <a:avLst>
              <a:gd fmla="val 16667" name="adj"/>
            </a:avLst>
          </a:prstGeom>
          <a:solidFill>
            <a:srgbClr val="00FFF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회원정보관리</a:t>
            </a:r>
            <a:endParaRPr/>
          </a:p>
        </p:txBody>
      </p:sp>
      <p:sp>
        <p:nvSpPr>
          <p:cNvPr id="78" name="Google Shape;78;p3"/>
          <p:cNvSpPr/>
          <p:nvPr/>
        </p:nvSpPr>
        <p:spPr>
          <a:xfrm>
            <a:off x="5823200" y="3676125"/>
            <a:ext cx="1298100" cy="411600"/>
          </a:xfrm>
          <a:prstGeom prst="roundRect">
            <a:avLst>
              <a:gd fmla="val 16667" name="adj"/>
            </a:avLst>
          </a:prstGeom>
          <a:solidFill>
            <a:srgbClr val="00FFF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위치 </a:t>
            </a:r>
            <a:r>
              <a:rPr lang="en-US"/>
              <a:t>표시</a:t>
            </a:r>
            <a:endParaRPr/>
          </a:p>
        </p:txBody>
      </p:sp>
      <p:sp>
        <p:nvSpPr>
          <p:cNvPr id="79" name="Google Shape;79;p3"/>
          <p:cNvSpPr/>
          <p:nvPr/>
        </p:nvSpPr>
        <p:spPr>
          <a:xfrm>
            <a:off x="7677025" y="4163800"/>
            <a:ext cx="1378200" cy="411600"/>
          </a:xfrm>
          <a:prstGeom prst="roundRect">
            <a:avLst>
              <a:gd fmla="val 16667" name="adj"/>
            </a:avLst>
          </a:prstGeom>
          <a:solidFill>
            <a:srgbClr val="00FFF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best </a:t>
            </a:r>
            <a:r>
              <a:rPr lang="en-US"/>
              <a:t>맛집</a:t>
            </a:r>
            <a:endParaRPr/>
          </a:p>
        </p:txBody>
      </p:sp>
      <p:sp>
        <p:nvSpPr>
          <p:cNvPr id="80" name="Google Shape;80;p3"/>
          <p:cNvSpPr/>
          <p:nvPr/>
        </p:nvSpPr>
        <p:spPr>
          <a:xfrm>
            <a:off x="2809475" y="5332575"/>
            <a:ext cx="1378200" cy="411600"/>
          </a:xfrm>
          <a:prstGeom prst="roundRect">
            <a:avLst>
              <a:gd fmla="val 16667" name="adj"/>
            </a:avLst>
          </a:prstGeom>
          <a:solidFill>
            <a:srgbClr val="00FFF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best 맛집</a:t>
            </a:r>
            <a:endParaRPr/>
          </a:p>
        </p:txBody>
      </p:sp>
      <p:sp>
        <p:nvSpPr>
          <p:cNvPr id="81" name="Google Shape;81;p3"/>
          <p:cNvSpPr/>
          <p:nvPr/>
        </p:nvSpPr>
        <p:spPr>
          <a:xfrm>
            <a:off x="790375" y="4169225"/>
            <a:ext cx="1584300" cy="411600"/>
          </a:xfrm>
          <a:prstGeom prst="roundRect">
            <a:avLst>
              <a:gd fmla="val 16667" name="adj"/>
            </a:avLst>
          </a:prstGeom>
          <a:solidFill>
            <a:srgbClr val="00FFF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best 맛집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4"/>
          <p:cNvSpPr/>
          <p:nvPr/>
        </p:nvSpPr>
        <p:spPr>
          <a:xfrm>
            <a:off x="6969125" y="100013"/>
            <a:ext cx="2663825" cy="474662"/>
          </a:xfrm>
          <a:prstGeom prst="rect">
            <a:avLst/>
          </a:prstGeom>
          <a:noFill/>
          <a:ln>
            <a:noFill/>
          </a:ln>
        </p:spPr>
        <p:txBody>
          <a:bodyPr anchorCtr="0" anchor="t" bIns="55175" lIns="110350" spcFirstLastPara="1" rIns="110350" wrap="square" tIns="55175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Noto Sans Symbols"/>
              <a:buNone/>
            </a:pPr>
            <a:r>
              <a:t/>
            </a:r>
            <a:endParaRPr b="1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7" name="Google Shape;87;p4"/>
          <p:cNvSpPr/>
          <p:nvPr/>
        </p:nvSpPr>
        <p:spPr>
          <a:xfrm>
            <a:off x="422212" y="823913"/>
            <a:ext cx="9031288" cy="411471"/>
          </a:xfrm>
          <a:prstGeom prst="rect">
            <a:avLst/>
          </a:prstGeom>
          <a:noFill/>
          <a:ln>
            <a:noFill/>
          </a:ln>
        </p:spPr>
        <p:txBody>
          <a:bodyPr anchorCtr="0" anchor="t" bIns="25425" lIns="63575" spcFirstLastPara="1" rIns="63575" wrap="square" tIns="25425">
            <a:sp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3. 화면 리스트</a:t>
            </a:r>
            <a:endParaRPr b="1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88" name="Google Shape;88;p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04800" y="1233509"/>
            <a:ext cx="9601198" cy="499505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5"/>
          <p:cNvSpPr txBox="1"/>
          <p:nvPr>
            <p:ph type="ctrTitle"/>
          </p:nvPr>
        </p:nvSpPr>
        <p:spPr>
          <a:xfrm>
            <a:off x="742950" y="2130425"/>
            <a:ext cx="84201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4000">
                <a:latin typeface="Arial"/>
                <a:ea typeface="Arial"/>
                <a:cs typeface="Arial"/>
                <a:sym typeface="Arial"/>
              </a:rPr>
              <a:t>화면설계서</a:t>
            </a:r>
            <a:endParaRPr sz="400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9" name="Google Shape;99;g3281992fa8b_0_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35588" y="2074600"/>
            <a:ext cx="4001172" cy="18060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0" name="Google Shape;100;g3281992fa8b_0_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579725" y="863262"/>
            <a:ext cx="3559956" cy="1806050"/>
          </a:xfrm>
          <a:prstGeom prst="rect">
            <a:avLst/>
          </a:prstGeom>
          <a:noFill/>
          <a:ln>
            <a:noFill/>
          </a:ln>
        </p:spPr>
      </p:pic>
      <p:sp>
        <p:nvSpPr>
          <p:cNvPr id="101" name="Google Shape;101;g3281992fa8b_0_0"/>
          <p:cNvSpPr txBox="1"/>
          <p:nvPr/>
        </p:nvSpPr>
        <p:spPr>
          <a:xfrm>
            <a:off x="871325" y="5071150"/>
            <a:ext cx="3929700" cy="110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dk1"/>
                </a:solidFill>
              </a:rPr>
              <a:t>우측 사진에서 참조했던 사이트와 같이 세로로 길게 스크롤 하는 화면으로 구현할 예정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dk1"/>
                </a:solidFill>
              </a:rPr>
              <a:t>HFramesetd의 seperatesize를 통해 0으로 숨겨둠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02" name="Google Shape;102;g3281992fa8b_0_0"/>
          <p:cNvSpPr/>
          <p:nvPr/>
        </p:nvSpPr>
        <p:spPr>
          <a:xfrm>
            <a:off x="2147075" y="4289300"/>
            <a:ext cx="1378200" cy="609000"/>
          </a:xfrm>
          <a:prstGeom prst="roundRect">
            <a:avLst>
              <a:gd fmla="val 16667" name="adj"/>
            </a:avLst>
          </a:prstGeom>
          <a:solidFill>
            <a:srgbClr val="00FFF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사용자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(손님)</a:t>
            </a:r>
            <a:endParaRPr/>
          </a:p>
        </p:txBody>
      </p:sp>
      <p:sp>
        <p:nvSpPr>
          <p:cNvPr id="103" name="Google Shape;103;g3281992fa8b_0_0"/>
          <p:cNvSpPr txBox="1"/>
          <p:nvPr/>
        </p:nvSpPr>
        <p:spPr>
          <a:xfrm>
            <a:off x="5394850" y="5071150"/>
            <a:ext cx="3929700" cy="75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dk1"/>
                </a:solidFill>
              </a:rPr>
              <a:t>관리자 페이지와 지도 페이지는 EduSysn 프로젝트를 참고하여 좌측에 LeftFrame의 메뉴 서랍을 구성할 예정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04" name="Google Shape;104;g3281992fa8b_0_0"/>
          <p:cNvSpPr/>
          <p:nvPr/>
        </p:nvSpPr>
        <p:spPr>
          <a:xfrm>
            <a:off x="6670600" y="4289300"/>
            <a:ext cx="1378200" cy="609000"/>
          </a:xfrm>
          <a:prstGeom prst="roundRect">
            <a:avLst>
              <a:gd fmla="val 16667" name="adj"/>
            </a:avLst>
          </a:prstGeom>
          <a:solidFill>
            <a:srgbClr val="00FFF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관리자</a:t>
            </a:r>
            <a:endParaRPr/>
          </a:p>
        </p:txBody>
      </p:sp>
      <p:pic>
        <p:nvPicPr>
          <p:cNvPr id="105" name="Google Shape;105;g3281992fa8b_0_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285500" y="2720525"/>
            <a:ext cx="2340275" cy="15175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6"/>
          <p:cNvSpPr/>
          <p:nvPr/>
        </p:nvSpPr>
        <p:spPr>
          <a:xfrm>
            <a:off x="6969125" y="100013"/>
            <a:ext cx="2663825" cy="474662"/>
          </a:xfrm>
          <a:prstGeom prst="rect">
            <a:avLst/>
          </a:prstGeom>
          <a:noFill/>
          <a:ln>
            <a:noFill/>
          </a:ln>
        </p:spPr>
        <p:txBody>
          <a:bodyPr anchorCtr="0" anchor="t" bIns="55175" lIns="110350" spcFirstLastPara="1" rIns="110350" wrap="square" tIns="55175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Noto Sans Symbols"/>
              <a:buNone/>
            </a:pPr>
            <a:r>
              <a:t/>
            </a:r>
            <a:endParaRPr b="1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111" name="Google Shape;111;p6"/>
          <p:cNvGraphicFramePr/>
          <p:nvPr/>
        </p:nvGraphicFramePr>
        <p:xfrm>
          <a:off x="304799" y="804054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{42523571-8647-4EEF-BE47-7BDBFEA9375B}</a:tableStyleId>
              </a:tblPr>
              <a:tblGrid>
                <a:gridCol w="939800"/>
                <a:gridCol w="1260150"/>
                <a:gridCol w="1033250"/>
                <a:gridCol w="1162050"/>
                <a:gridCol w="1162050"/>
                <a:gridCol w="1162050"/>
                <a:gridCol w="1162050"/>
                <a:gridCol w="1162050"/>
              </a:tblGrid>
              <a:tr h="3043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-US" sz="11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 Page Title</a:t>
                      </a:r>
                      <a:endParaRPr b="1" sz="11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0475" marB="30475" marR="49525" marL="49525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/>
                        <a:t>홈태그div</a:t>
                      </a:r>
                      <a:endParaRPr sz="1400" u="none" cap="none" strike="noStrike"/>
                    </a:p>
                  </a:txBody>
                  <a:tcPr marT="30475" marB="30475" marR="49525" marL="49525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-US" sz="11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Screen ID</a:t>
                      </a:r>
                      <a:endParaRPr b="1" sz="11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0475" marB="30475" marR="49525" marL="49525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/>
                        <a:t>ark1011</a:t>
                      </a:r>
                      <a:r>
                        <a:rPr lang="en-US" sz="11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.xfdfl</a:t>
                      </a:r>
                      <a:endParaRPr sz="11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0475" marB="30475" marR="49525" marL="49525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-US" sz="11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Author</a:t>
                      </a:r>
                      <a:endParaRPr b="1" sz="11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0475" marB="30475" marR="49525" marL="49525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/>
                        <a:t>김태훈</a:t>
                      </a:r>
                      <a:endParaRPr sz="11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0475" marB="30475" marR="49525" marL="49525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-US" sz="11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Date</a:t>
                      </a:r>
                      <a:endParaRPr b="1" sz="11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0475" marB="30475" marR="49525" marL="49525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/>
                        <a:t>2025-02-26</a:t>
                      </a:r>
                      <a:endParaRPr sz="1400" u="none" cap="none" strike="noStrike"/>
                    </a:p>
                  </a:txBody>
                  <a:tcPr marT="30475" marB="30475" marR="49525" marL="49525">
                    <a:solidFill>
                      <a:schemeClr val="lt1"/>
                    </a:solidFill>
                  </a:tcPr>
                </a:tc>
              </a:tr>
              <a:tr h="3043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-US" sz="11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Screen Path</a:t>
                      </a:r>
                      <a:endParaRPr b="1" sz="11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0475" marB="30475" marR="49525" marL="49525">
                    <a:solidFill>
                      <a:schemeClr val="lt1"/>
                    </a:solidFill>
                  </a:tcPr>
                </a:tc>
                <a:tc gridSpan="7"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/</a:t>
                      </a:r>
                      <a:r>
                        <a:rPr lang="en-US" sz="1100"/>
                        <a:t>HomeFrame</a:t>
                      </a:r>
                      <a:r>
                        <a:rPr lang="en-US" sz="11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/</a:t>
                      </a:r>
                      <a:r>
                        <a:rPr lang="en-US" sz="1100"/>
                        <a:t>ark1011</a:t>
                      </a:r>
                      <a:r>
                        <a:rPr lang="en-US" sz="11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.xfdl</a:t>
                      </a:r>
                      <a:endParaRPr sz="11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0475" marB="30475" marR="49525" marL="49525">
                    <a:solidFill>
                      <a:schemeClr val="lt1"/>
                    </a:solidFill>
                  </a:tcPr>
                </a:tc>
                <a:tc hMerge="1"/>
                <a:tc hMerge="1"/>
                <a:tc hMerge="1"/>
                <a:tc hMerge="1"/>
                <a:tc hMerge="1"/>
                <a:tc hMerge="1"/>
              </a:tr>
            </a:tbl>
          </a:graphicData>
        </a:graphic>
      </p:graphicFrame>
      <p:graphicFrame>
        <p:nvGraphicFramePr>
          <p:cNvPr id="112" name="Google Shape;112;p6"/>
          <p:cNvGraphicFramePr/>
          <p:nvPr/>
        </p:nvGraphicFramePr>
        <p:xfrm>
          <a:off x="6370010" y="162880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{42523571-8647-4EEF-BE47-7BDBFEA9375B}</a:tableStyleId>
              </a:tblPr>
              <a:tblGrid>
                <a:gridCol w="314150"/>
                <a:gridCol w="2917050"/>
              </a:tblGrid>
              <a:tr h="152400">
                <a:tc gridSpan="2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en-US" sz="12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Description</a:t>
                      </a:r>
                      <a:endParaRPr b="1" sz="12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0475" marB="30475" marR="49525" marL="49525">
                    <a:solidFill>
                      <a:srgbClr val="BFBFBF"/>
                    </a:solidFill>
                  </a:tcPr>
                </a:tc>
                <a:tc hMerge="1"/>
              </a:tr>
              <a:tr h="2960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2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0475" marB="30475" marR="49525" marL="49525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/>
                        <a:t>홈화면에 태그 별로 가게를 보여주는 div 화면입니다.</a:t>
                      </a:r>
                      <a:endParaRPr sz="12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0475" marB="30475" marR="49525" marL="49525" anchor="ctr"/>
                </a:tc>
              </a:tr>
            </a:tbl>
          </a:graphicData>
        </a:graphic>
      </p:graphicFrame>
      <p:pic>
        <p:nvPicPr>
          <p:cNvPr id="113" name="Google Shape;113;p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817000" y="2794525"/>
            <a:ext cx="6019050" cy="22779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g325ad0caa2e_0_1"/>
          <p:cNvSpPr/>
          <p:nvPr/>
        </p:nvSpPr>
        <p:spPr>
          <a:xfrm>
            <a:off x="6969125" y="100013"/>
            <a:ext cx="2663700" cy="474600"/>
          </a:xfrm>
          <a:prstGeom prst="rect">
            <a:avLst/>
          </a:prstGeom>
          <a:noFill/>
          <a:ln>
            <a:noFill/>
          </a:ln>
        </p:spPr>
        <p:txBody>
          <a:bodyPr anchorCtr="0" anchor="t" bIns="55175" lIns="110350" spcFirstLastPara="1" rIns="110350" wrap="square" tIns="55175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Noto Sans Symbols"/>
              <a:buNone/>
            </a:pPr>
            <a:r>
              <a:t/>
            </a:r>
            <a:endParaRPr b="1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119" name="Google Shape;119;g325ad0caa2e_0_1"/>
          <p:cNvGraphicFramePr/>
          <p:nvPr/>
        </p:nvGraphicFramePr>
        <p:xfrm>
          <a:off x="304799" y="804054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{42523571-8647-4EEF-BE47-7BDBFEA9375B}</a:tableStyleId>
              </a:tblPr>
              <a:tblGrid>
                <a:gridCol w="939800"/>
                <a:gridCol w="1260150"/>
                <a:gridCol w="1033250"/>
                <a:gridCol w="1162050"/>
                <a:gridCol w="1162050"/>
                <a:gridCol w="1162050"/>
                <a:gridCol w="1162050"/>
                <a:gridCol w="1162050"/>
              </a:tblGrid>
              <a:tr h="3043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-US" sz="11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 Page Title</a:t>
                      </a:r>
                      <a:endParaRPr b="1" sz="11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0475" marB="30475" marR="49525" marL="49525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/>
                        <a:t>홈배너</a:t>
                      </a:r>
                      <a:endParaRPr sz="1400" u="none" cap="none" strike="noStrike"/>
                    </a:p>
                  </a:txBody>
                  <a:tcPr marT="30475" marB="30475" marR="49525" marL="49525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-US" sz="11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Screen ID</a:t>
                      </a:r>
                      <a:endParaRPr b="1" sz="11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0475" marB="30475" marR="49525" marL="49525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/>
                        <a:t>ark1</a:t>
                      </a:r>
                      <a:r>
                        <a:rPr lang="en-US" sz="1100"/>
                        <a:t>012</a:t>
                      </a:r>
                      <a:r>
                        <a:rPr lang="en-US" sz="11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.xdfl</a:t>
                      </a:r>
                      <a:endParaRPr sz="11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0475" marB="30475" marR="49525" marL="49525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-US" sz="11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Author</a:t>
                      </a:r>
                      <a:endParaRPr b="1" sz="11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0475" marB="30475" marR="49525" marL="49525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/>
                        <a:t>김태훈</a:t>
                      </a:r>
                      <a:endParaRPr sz="11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0475" marB="30475" marR="49525" marL="49525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-US" sz="11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Date</a:t>
                      </a:r>
                      <a:endParaRPr b="1" sz="11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0475" marB="30475" marR="49525" marL="49525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/>
                        <a:t>2025-02</a:t>
                      </a:r>
                      <a:r>
                        <a:rPr lang="en-US" sz="1100"/>
                        <a:t>-26</a:t>
                      </a:r>
                      <a:endParaRPr sz="1400" u="none" cap="none" strike="noStrike"/>
                    </a:p>
                  </a:txBody>
                  <a:tcPr marT="30475" marB="30475" marR="49525" marL="49525">
                    <a:solidFill>
                      <a:schemeClr val="lt1"/>
                    </a:solidFill>
                  </a:tcPr>
                </a:tc>
              </a:tr>
              <a:tr h="3043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-US" sz="11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Screen Path</a:t>
                      </a:r>
                      <a:endParaRPr b="1" sz="11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0475" marB="30475" marR="49525" marL="49525">
                    <a:solidFill>
                      <a:schemeClr val="lt1"/>
                    </a:solidFill>
                  </a:tcPr>
                </a:tc>
                <a:tc gridSpan="7"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/</a:t>
                      </a:r>
                      <a:r>
                        <a:rPr lang="en-US" sz="1100"/>
                        <a:t>HomeFrame</a:t>
                      </a:r>
                      <a:r>
                        <a:rPr lang="en-US" sz="11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/</a:t>
                      </a:r>
                      <a:r>
                        <a:rPr lang="en-US" sz="1100"/>
                        <a:t>ark1</a:t>
                      </a:r>
                      <a:r>
                        <a:rPr lang="en-US" sz="1100"/>
                        <a:t>012</a:t>
                      </a:r>
                      <a:r>
                        <a:rPr lang="en-US" sz="11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.xfdl</a:t>
                      </a:r>
                      <a:endParaRPr sz="11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0475" marB="30475" marR="49525" marL="49525">
                    <a:solidFill>
                      <a:schemeClr val="lt1"/>
                    </a:solidFill>
                  </a:tcPr>
                </a:tc>
                <a:tc hMerge="1"/>
                <a:tc hMerge="1"/>
                <a:tc hMerge="1"/>
                <a:tc hMerge="1"/>
                <a:tc hMerge="1"/>
                <a:tc hMerge="1"/>
              </a:tr>
            </a:tbl>
          </a:graphicData>
        </a:graphic>
      </p:graphicFrame>
      <p:graphicFrame>
        <p:nvGraphicFramePr>
          <p:cNvPr id="120" name="Google Shape;120;g325ad0caa2e_0_1"/>
          <p:cNvGraphicFramePr/>
          <p:nvPr/>
        </p:nvGraphicFramePr>
        <p:xfrm>
          <a:off x="6370010" y="162880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{42523571-8647-4EEF-BE47-7BDBFEA9375B}</a:tableStyleId>
              </a:tblPr>
              <a:tblGrid>
                <a:gridCol w="314150"/>
                <a:gridCol w="2917050"/>
              </a:tblGrid>
              <a:tr h="152400">
                <a:tc gridSpan="2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en-US" sz="12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Description</a:t>
                      </a:r>
                      <a:endParaRPr b="1" sz="12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0475" marB="30475" marR="49525" marL="49525">
                    <a:solidFill>
                      <a:srgbClr val="BFBFBF"/>
                    </a:solidFill>
                  </a:tcPr>
                </a:tc>
                <a:tc hMerge="1"/>
              </a:tr>
              <a:tr h="2960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2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0475" marB="30475" marR="49525" marL="49525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/>
                        <a:t>홈화면에 stepindex를 통해 배너를 줘 동적인 화면을 만들어줍니다.</a:t>
                      </a:r>
                      <a:endParaRPr sz="12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0475" marB="30475" marR="49525" marL="49525" anchor="ctr"/>
                </a:tc>
              </a:tr>
            </a:tbl>
          </a:graphicData>
        </a:graphic>
      </p:graphicFrame>
      <p:pic>
        <p:nvPicPr>
          <p:cNvPr id="121" name="Google Shape;121;g325ad0caa2e_0_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205250" y="2786213"/>
            <a:ext cx="5495501" cy="1581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7"/>
          <p:cNvSpPr/>
          <p:nvPr/>
        </p:nvSpPr>
        <p:spPr>
          <a:xfrm>
            <a:off x="6969125" y="100013"/>
            <a:ext cx="2663825" cy="474662"/>
          </a:xfrm>
          <a:prstGeom prst="rect">
            <a:avLst/>
          </a:prstGeom>
          <a:noFill/>
          <a:ln>
            <a:noFill/>
          </a:ln>
        </p:spPr>
        <p:txBody>
          <a:bodyPr anchorCtr="0" anchor="t" bIns="55175" lIns="110350" spcFirstLastPara="1" rIns="110350" wrap="square" tIns="55175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Noto Sans Symbols"/>
              <a:buNone/>
            </a:pPr>
            <a:r>
              <a:t/>
            </a:r>
            <a:endParaRPr b="1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127" name="Google Shape;127;p7"/>
          <p:cNvGraphicFramePr/>
          <p:nvPr/>
        </p:nvGraphicFramePr>
        <p:xfrm>
          <a:off x="304799" y="804054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{42523571-8647-4EEF-BE47-7BDBFEA9375B}</a:tableStyleId>
              </a:tblPr>
              <a:tblGrid>
                <a:gridCol w="939800"/>
                <a:gridCol w="1260150"/>
                <a:gridCol w="1033250"/>
                <a:gridCol w="1206350"/>
                <a:gridCol w="1117750"/>
                <a:gridCol w="1162050"/>
                <a:gridCol w="1162050"/>
                <a:gridCol w="1162050"/>
              </a:tblGrid>
              <a:tr h="3043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-US" sz="11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 Page Title</a:t>
                      </a:r>
                      <a:endParaRPr b="1" sz="11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0475" marB="30475" marR="49525" marL="49525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/>
                        <a:t>홈로그인</a:t>
                      </a:r>
                      <a:endParaRPr sz="1400" u="none" cap="none" strike="noStrike"/>
                    </a:p>
                  </a:txBody>
                  <a:tcPr marT="30475" marB="30475" marR="49525" marL="49525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-US" sz="11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Screen ID</a:t>
                      </a:r>
                      <a:endParaRPr b="1" sz="11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0475" marB="30475" marR="49525" marL="49525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/>
                        <a:t>ark1020</a:t>
                      </a:r>
                      <a:r>
                        <a:rPr lang="en-US" sz="11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fm.xfdl</a:t>
                      </a:r>
                      <a:endParaRPr sz="11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0475" marB="30475" marR="49525" marL="49525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-US" sz="11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Author</a:t>
                      </a:r>
                      <a:endParaRPr b="1" sz="11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0475" marB="30475" marR="49525" marL="49525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/>
                        <a:t>김태훈</a:t>
                      </a:r>
                      <a:endParaRPr sz="11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0475" marB="30475" marR="49525" marL="49525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-US" sz="11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Date</a:t>
                      </a:r>
                      <a:endParaRPr b="1" sz="11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0475" marB="30475" marR="49525" marL="49525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/>
                        <a:t>2025-02-26</a:t>
                      </a:r>
                      <a:endParaRPr sz="1400" u="none" cap="none" strike="noStrike"/>
                    </a:p>
                  </a:txBody>
                  <a:tcPr marT="30475" marB="30475" marR="49525" marL="49525">
                    <a:solidFill>
                      <a:schemeClr val="lt1"/>
                    </a:solidFill>
                  </a:tcPr>
                </a:tc>
              </a:tr>
              <a:tr h="3043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-US" sz="11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Screen Path</a:t>
                      </a:r>
                      <a:endParaRPr b="1" sz="11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0475" marB="30475" marR="49525" marL="49525">
                    <a:solidFill>
                      <a:schemeClr val="lt1"/>
                    </a:solidFill>
                  </a:tcPr>
                </a:tc>
                <a:tc gridSpan="7"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/</a:t>
                      </a:r>
                      <a:r>
                        <a:rPr lang="en-US" sz="1100"/>
                        <a:t>HomeFrame</a:t>
                      </a:r>
                      <a:r>
                        <a:rPr lang="en-US" sz="11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/</a:t>
                      </a:r>
                      <a:r>
                        <a:rPr lang="en-US" sz="1100"/>
                        <a:t>ark1</a:t>
                      </a:r>
                      <a:r>
                        <a:rPr lang="en-US" sz="1100"/>
                        <a:t>020fm</a:t>
                      </a:r>
                      <a:r>
                        <a:rPr lang="en-US" sz="11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.xfdl</a:t>
                      </a:r>
                      <a:endParaRPr sz="11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0475" marB="30475" marR="49525" marL="49525">
                    <a:solidFill>
                      <a:schemeClr val="lt1"/>
                    </a:solidFill>
                  </a:tcPr>
                </a:tc>
                <a:tc hMerge="1"/>
                <a:tc hMerge="1"/>
                <a:tc hMerge="1"/>
                <a:tc hMerge="1"/>
                <a:tc hMerge="1"/>
                <a:tc hMerge="1"/>
              </a:tr>
            </a:tbl>
          </a:graphicData>
        </a:graphic>
      </p:graphicFrame>
      <p:graphicFrame>
        <p:nvGraphicFramePr>
          <p:cNvPr id="128" name="Google Shape;128;p7"/>
          <p:cNvGraphicFramePr/>
          <p:nvPr/>
        </p:nvGraphicFramePr>
        <p:xfrm>
          <a:off x="6370010" y="162880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{42523571-8647-4EEF-BE47-7BDBFEA9375B}</a:tableStyleId>
              </a:tblPr>
              <a:tblGrid>
                <a:gridCol w="314150"/>
                <a:gridCol w="2917050"/>
              </a:tblGrid>
              <a:tr h="152400">
                <a:tc gridSpan="2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en-US" sz="12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Description</a:t>
                      </a:r>
                      <a:endParaRPr b="1" sz="12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0475" marB="30475" marR="49525" marL="49525">
                    <a:solidFill>
                      <a:srgbClr val="BFBFBF"/>
                    </a:solidFill>
                  </a:tcPr>
                </a:tc>
                <a:tc hMerge="1"/>
              </a:tr>
              <a:tr h="2960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2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0475" marB="30475" marR="49525" marL="49525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/>
                        <a:t>홈화면에서 로그인 화면으로 넘어가는 div에 연결된 화면입니다. .</a:t>
                      </a:r>
                      <a:endParaRPr sz="12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0475" marB="30475" marR="49525" marL="49525" anchor="ctr"/>
                </a:tc>
              </a:tr>
              <a:tr h="2960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</a:t>
                      </a:r>
                      <a:endParaRPr sz="12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0475" marB="30475" marR="49525" marL="49525" anchor="ctr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로그인 후 유저 프로필 화면으로 넘어가며 홈화면의 빈공간을 채워줍니다.</a:t>
                      </a:r>
                      <a:endParaRPr/>
                    </a:p>
                  </a:txBody>
                  <a:tcPr marT="30475" marB="30475" marR="49525" marL="49525" anchor="ctr"/>
                </a:tc>
              </a:tr>
            </a:tbl>
          </a:graphicData>
        </a:graphic>
      </p:graphicFrame>
      <p:pic>
        <p:nvPicPr>
          <p:cNvPr id="129" name="Google Shape;129;p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081338" y="3000350"/>
            <a:ext cx="3743325" cy="2019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g3259e1762f1_0_0"/>
          <p:cNvSpPr/>
          <p:nvPr/>
        </p:nvSpPr>
        <p:spPr>
          <a:xfrm>
            <a:off x="6969125" y="100013"/>
            <a:ext cx="2663700" cy="474600"/>
          </a:xfrm>
          <a:prstGeom prst="rect">
            <a:avLst/>
          </a:prstGeom>
          <a:noFill/>
          <a:ln>
            <a:noFill/>
          </a:ln>
        </p:spPr>
        <p:txBody>
          <a:bodyPr anchorCtr="0" anchor="t" bIns="55175" lIns="110350" spcFirstLastPara="1" rIns="110350" wrap="square" tIns="55175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Noto Sans Symbols"/>
              <a:buNone/>
            </a:pPr>
            <a:r>
              <a:t/>
            </a:r>
            <a:endParaRPr b="1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135" name="Google Shape;135;g3259e1762f1_0_0"/>
          <p:cNvGraphicFramePr/>
          <p:nvPr/>
        </p:nvGraphicFramePr>
        <p:xfrm>
          <a:off x="304799" y="804054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{42523571-8647-4EEF-BE47-7BDBFEA9375B}</a:tableStyleId>
              </a:tblPr>
              <a:tblGrid>
                <a:gridCol w="939800"/>
                <a:gridCol w="1260150"/>
                <a:gridCol w="1033250"/>
                <a:gridCol w="1206350"/>
                <a:gridCol w="1117750"/>
                <a:gridCol w="1162050"/>
                <a:gridCol w="1162050"/>
                <a:gridCol w="1162050"/>
              </a:tblGrid>
              <a:tr h="3043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-US" sz="11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 Page Title</a:t>
                      </a:r>
                      <a:endParaRPr b="1" sz="11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0475" marB="30475" marR="49525" marL="49525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/>
                        <a:t>홈프로필로그인</a:t>
                      </a:r>
                      <a:endParaRPr sz="1400" u="none" cap="none" strike="noStrike"/>
                    </a:p>
                  </a:txBody>
                  <a:tcPr marT="30475" marB="30475" marR="49525" marL="49525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-US" sz="11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Screen ID</a:t>
                      </a:r>
                      <a:endParaRPr b="1" sz="11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0475" marB="30475" marR="49525" marL="49525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/>
                        <a:t>ark1</a:t>
                      </a:r>
                      <a:r>
                        <a:rPr lang="en-US" sz="1100"/>
                        <a:t>021pu</a:t>
                      </a:r>
                      <a:r>
                        <a:rPr lang="en-US" sz="11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.xfdl</a:t>
                      </a:r>
                      <a:endParaRPr sz="11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0475" marB="30475" marR="49525" marL="49525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-US" sz="11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Author</a:t>
                      </a:r>
                      <a:endParaRPr b="1" sz="11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0475" marB="30475" marR="49525" marL="49525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/>
                        <a:t>김태훈</a:t>
                      </a:r>
                      <a:endParaRPr sz="11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0475" marB="30475" marR="49525" marL="49525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-US" sz="11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Date</a:t>
                      </a:r>
                      <a:endParaRPr b="1" sz="11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0475" marB="30475" marR="49525" marL="49525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/>
                        <a:t>2025-02-26</a:t>
                      </a:r>
                      <a:endParaRPr sz="1400" u="none" cap="none" strike="noStrike"/>
                    </a:p>
                  </a:txBody>
                  <a:tcPr marT="30475" marB="30475" marR="49525" marL="49525">
                    <a:solidFill>
                      <a:schemeClr val="lt1"/>
                    </a:solidFill>
                  </a:tcPr>
                </a:tc>
              </a:tr>
              <a:tr h="3043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-US" sz="11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Screen Path</a:t>
                      </a:r>
                      <a:endParaRPr b="1" sz="11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0475" marB="30475" marR="49525" marL="49525">
                    <a:solidFill>
                      <a:schemeClr val="lt1"/>
                    </a:solidFill>
                  </a:tcPr>
                </a:tc>
                <a:tc gridSpan="7"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/</a:t>
                      </a:r>
                      <a:r>
                        <a:rPr lang="en-US" sz="1100"/>
                        <a:t>HomeFrame</a:t>
                      </a:r>
                      <a:r>
                        <a:rPr lang="en-US" sz="11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/</a:t>
                      </a:r>
                      <a:r>
                        <a:rPr lang="en-US" sz="1100"/>
                        <a:t>ark1026fm</a:t>
                      </a:r>
                      <a:r>
                        <a:rPr lang="en-US" sz="11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.xfdl</a:t>
                      </a:r>
                      <a:endParaRPr sz="11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0475" marB="30475" marR="49525" marL="49525">
                    <a:solidFill>
                      <a:schemeClr val="lt1"/>
                    </a:solidFill>
                  </a:tcPr>
                </a:tc>
                <a:tc hMerge="1"/>
                <a:tc hMerge="1"/>
                <a:tc hMerge="1"/>
                <a:tc hMerge="1"/>
                <a:tc hMerge="1"/>
                <a:tc hMerge="1"/>
              </a:tr>
            </a:tbl>
          </a:graphicData>
        </a:graphic>
      </p:graphicFrame>
      <p:graphicFrame>
        <p:nvGraphicFramePr>
          <p:cNvPr id="136" name="Google Shape;136;g3259e1762f1_0_0"/>
          <p:cNvGraphicFramePr/>
          <p:nvPr/>
        </p:nvGraphicFramePr>
        <p:xfrm>
          <a:off x="6370010" y="162880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{42523571-8647-4EEF-BE47-7BDBFEA9375B}</a:tableStyleId>
              </a:tblPr>
              <a:tblGrid>
                <a:gridCol w="314150"/>
                <a:gridCol w="2917050"/>
              </a:tblGrid>
              <a:tr h="152400">
                <a:tc gridSpan="2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en-US" sz="12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Description</a:t>
                      </a:r>
                      <a:endParaRPr b="1" sz="12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0475" marB="30475" marR="49525" marL="49525">
                    <a:solidFill>
                      <a:srgbClr val="BFBFBF"/>
                    </a:solidFill>
                  </a:tcPr>
                </a:tc>
                <a:tc hMerge="1"/>
              </a:tr>
              <a:tr h="2960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2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0475" marB="30475" marR="49525" marL="49525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/>
                        <a:t>로그인 후 유저 프로필 화면입니다.</a:t>
                      </a:r>
                      <a:endParaRPr sz="12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0475" marB="30475" marR="49525" marL="49525" anchor="ctr"/>
                </a:tc>
              </a:tr>
            </a:tbl>
          </a:graphicData>
        </a:graphic>
      </p:graphicFrame>
      <p:pic>
        <p:nvPicPr>
          <p:cNvPr id="137" name="Google Shape;137;g3259e1762f1_0_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081338" y="2680538"/>
            <a:ext cx="3743325" cy="20097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g325ad0caa2e_0_12"/>
          <p:cNvSpPr/>
          <p:nvPr/>
        </p:nvSpPr>
        <p:spPr>
          <a:xfrm>
            <a:off x="6969125" y="100013"/>
            <a:ext cx="2663700" cy="474600"/>
          </a:xfrm>
          <a:prstGeom prst="rect">
            <a:avLst/>
          </a:prstGeom>
          <a:noFill/>
          <a:ln>
            <a:noFill/>
          </a:ln>
        </p:spPr>
        <p:txBody>
          <a:bodyPr anchorCtr="0" anchor="t" bIns="55175" lIns="110350" spcFirstLastPara="1" rIns="110350" wrap="square" tIns="55175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Noto Sans Symbols"/>
              <a:buNone/>
            </a:pPr>
            <a:r>
              <a:t/>
            </a:r>
            <a:endParaRPr b="1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143" name="Google Shape;143;g325ad0caa2e_0_12"/>
          <p:cNvGraphicFramePr/>
          <p:nvPr/>
        </p:nvGraphicFramePr>
        <p:xfrm>
          <a:off x="304799" y="804054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{42523571-8647-4EEF-BE47-7BDBFEA9375B}</a:tableStyleId>
              </a:tblPr>
              <a:tblGrid>
                <a:gridCol w="939800"/>
                <a:gridCol w="1260150"/>
                <a:gridCol w="1033250"/>
                <a:gridCol w="1206350"/>
                <a:gridCol w="1117750"/>
                <a:gridCol w="1162050"/>
                <a:gridCol w="1162050"/>
                <a:gridCol w="1162050"/>
              </a:tblGrid>
              <a:tr h="3043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-US" sz="11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 Page Title</a:t>
                      </a:r>
                      <a:endParaRPr b="1" sz="11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0475" marB="30475" marR="49525" marL="49525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/>
                        <a:t>mapFrmae</a:t>
                      </a:r>
                      <a:endParaRPr sz="1100"/>
                    </a:p>
                  </a:txBody>
                  <a:tcPr marT="30475" marB="30475" marR="49525" marL="49525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-US" sz="11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Screen ID</a:t>
                      </a:r>
                      <a:endParaRPr b="1" sz="11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0475" marB="30475" marR="49525" marL="49525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/>
                        <a:t>ark105</a:t>
                      </a:r>
                      <a:r>
                        <a:rPr lang="en-US" sz="1100"/>
                        <a:t>0fm</a:t>
                      </a:r>
                      <a:r>
                        <a:rPr lang="en-US" sz="11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.xfdl</a:t>
                      </a:r>
                      <a:endParaRPr sz="11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0475" marB="30475" marR="49525" marL="49525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-US" sz="11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Author</a:t>
                      </a:r>
                      <a:endParaRPr b="1" sz="11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0475" marB="30475" marR="49525" marL="49525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/>
                        <a:t>김태훈</a:t>
                      </a:r>
                      <a:endParaRPr sz="11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0475" marB="30475" marR="49525" marL="49525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-US" sz="11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Date</a:t>
                      </a:r>
                      <a:endParaRPr b="1" sz="11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0475" marB="30475" marR="49525" marL="49525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/>
                        <a:t>2025-02-26</a:t>
                      </a:r>
                      <a:endParaRPr sz="1400" u="none" cap="none" strike="noStrike"/>
                    </a:p>
                  </a:txBody>
                  <a:tcPr marT="30475" marB="30475" marR="49525" marL="49525">
                    <a:solidFill>
                      <a:schemeClr val="lt1"/>
                    </a:solidFill>
                  </a:tcPr>
                </a:tc>
              </a:tr>
              <a:tr h="3043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-US" sz="11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Screen Path</a:t>
                      </a:r>
                      <a:endParaRPr b="1" sz="11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0475" marB="30475" marR="49525" marL="49525">
                    <a:solidFill>
                      <a:schemeClr val="lt1"/>
                    </a:solidFill>
                  </a:tcPr>
                </a:tc>
                <a:tc gridSpan="7"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/</a:t>
                      </a:r>
                      <a:r>
                        <a:rPr lang="en-US" sz="1100"/>
                        <a:t>HomeFrame</a:t>
                      </a:r>
                      <a:r>
                        <a:rPr lang="en-US" sz="11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/</a:t>
                      </a:r>
                      <a:r>
                        <a:rPr lang="en-US" sz="1100"/>
                        <a:t>ark1050</a:t>
                      </a:r>
                      <a:r>
                        <a:rPr lang="en-US" sz="1100"/>
                        <a:t>fm</a:t>
                      </a:r>
                      <a:r>
                        <a:rPr lang="en-US" sz="11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.xfdl</a:t>
                      </a:r>
                      <a:endParaRPr sz="11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0475" marB="30475" marR="49525" marL="49525">
                    <a:solidFill>
                      <a:schemeClr val="lt1"/>
                    </a:solidFill>
                  </a:tcPr>
                </a:tc>
                <a:tc hMerge="1"/>
                <a:tc hMerge="1"/>
                <a:tc hMerge="1"/>
                <a:tc hMerge="1"/>
                <a:tc hMerge="1"/>
                <a:tc hMerge="1"/>
              </a:tr>
            </a:tbl>
          </a:graphicData>
        </a:graphic>
      </p:graphicFrame>
      <p:graphicFrame>
        <p:nvGraphicFramePr>
          <p:cNvPr id="144" name="Google Shape;144;g325ad0caa2e_0_12"/>
          <p:cNvGraphicFramePr/>
          <p:nvPr/>
        </p:nvGraphicFramePr>
        <p:xfrm>
          <a:off x="6370010" y="162880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{42523571-8647-4EEF-BE47-7BDBFEA9375B}</a:tableStyleId>
              </a:tblPr>
              <a:tblGrid>
                <a:gridCol w="314150"/>
                <a:gridCol w="2917050"/>
              </a:tblGrid>
              <a:tr h="152400">
                <a:tc gridSpan="2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en-US" sz="12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Description</a:t>
                      </a:r>
                      <a:endParaRPr b="1" sz="12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0475" marB="30475" marR="49525" marL="49525">
                    <a:solidFill>
                      <a:srgbClr val="BFBFBF"/>
                    </a:solidFill>
                  </a:tcPr>
                </a:tc>
                <a:tc hMerge="1"/>
              </a:tr>
              <a:tr h="2960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2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0475" marB="30475" marR="49525" marL="49525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/>
                        <a:t>카카오맵과 리스트 뷰를 통해 음식점의 위치를 표시해주는 화면입니다.</a:t>
                      </a:r>
                      <a:endParaRPr sz="12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0475" marB="30475" marR="49525" marL="49525" anchor="ctr"/>
                </a:tc>
              </a:tr>
              <a:tr h="2960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</a:t>
                      </a:r>
                      <a:endParaRPr sz="12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0475" marB="30475" marR="49525" marL="49525" anchor="ctr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각 리스트 뷰의 요소들을 클릭하면 가게의 위치가 나타나고 더블클릭하면 화면의 상세 정보 페이지로 넘어갑니다.</a:t>
                      </a:r>
                      <a:endParaRPr/>
                    </a:p>
                  </a:txBody>
                  <a:tcPr marT="30475" marB="30475" marR="49525" marL="49525" anchor="ctr"/>
                </a:tc>
              </a:tr>
              <a:tr h="2960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/>
                        <a:t>3</a:t>
                      </a:r>
                      <a:endParaRPr sz="12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0475" marB="30475" marR="49525" marL="49525" anchor="ctr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kakao maps api</a:t>
                      </a:r>
                      <a:r>
                        <a:rPr lang="en-US"/>
                        <a:t>를 사용하였습니다.</a:t>
                      </a:r>
                      <a:endParaRPr/>
                    </a:p>
                  </a:txBody>
                  <a:tcPr marT="30475" marB="30475" marR="49525" marL="49525" anchor="ctr"/>
                </a:tc>
              </a:tr>
            </a:tbl>
          </a:graphicData>
        </a:graphic>
      </p:graphicFrame>
      <p:pic>
        <p:nvPicPr>
          <p:cNvPr id="145" name="Google Shape;145;g325ad0caa2e_0_1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65100" y="1628804"/>
            <a:ext cx="6065213" cy="329618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g325ad0caa2e_0_21"/>
          <p:cNvSpPr/>
          <p:nvPr/>
        </p:nvSpPr>
        <p:spPr>
          <a:xfrm>
            <a:off x="6969125" y="100013"/>
            <a:ext cx="2663700" cy="474600"/>
          </a:xfrm>
          <a:prstGeom prst="rect">
            <a:avLst/>
          </a:prstGeom>
          <a:noFill/>
          <a:ln>
            <a:noFill/>
          </a:ln>
        </p:spPr>
        <p:txBody>
          <a:bodyPr anchorCtr="0" anchor="t" bIns="55175" lIns="110350" spcFirstLastPara="1" rIns="110350" wrap="square" tIns="55175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Noto Sans Symbols"/>
              <a:buNone/>
            </a:pPr>
            <a:r>
              <a:t/>
            </a:r>
            <a:endParaRPr b="1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151" name="Google Shape;151;g325ad0caa2e_0_21"/>
          <p:cNvGraphicFramePr/>
          <p:nvPr/>
        </p:nvGraphicFramePr>
        <p:xfrm>
          <a:off x="304799" y="804054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{42523571-8647-4EEF-BE47-7BDBFEA9375B}</a:tableStyleId>
              </a:tblPr>
              <a:tblGrid>
                <a:gridCol w="939800"/>
                <a:gridCol w="1260150"/>
                <a:gridCol w="1033250"/>
                <a:gridCol w="1206350"/>
                <a:gridCol w="1117750"/>
                <a:gridCol w="1162050"/>
                <a:gridCol w="1162050"/>
                <a:gridCol w="1162050"/>
              </a:tblGrid>
              <a:tr h="3043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-US" sz="11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 Page Title</a:t>
                      </a:r>
                      <a:endParaRPr b="1" sz="11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0475" marB="30475" marR="49525" marL="49525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/>
                        <a:t>공지사항</a:t>
                      </a:r>
                      <a:endParaRPr sz="1400" u="none" cap="none" strike="noStrike"/>
                    </a:p>
                  </a:txBody>
                  <a:tcPr marT="30475" marB="30475" marR="49525" marL="49525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-US" sz="11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Screen ID</a:t>
                      </a:r>
                      <a:endParaRPr b="1" sz="11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0475" marB="30475" marR="49525" marL="49525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/>
                        <a:t>ark1060</a:t>
                      </a:r>
                      <a:r>
                        <a:rPr lang="en-US" sz="1100"/>
                        <a:t>fm</a:t>
                      </a:r>
                      <a:r>
                        <a:rPr lang="en-US" sz="11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.xfdl</a:t>
                      </a:r>
                      <a:endParaRPr sz="11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0475" marB="30475" marR="49525" marL="49525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-US" sz="11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Author</a:t>
                      </a:r>
                      <a:endParaRPr b="1" sz="11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0475" marB="30475" marR="49525" marL="49525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/>
                        <a:t>김태훈</a:t>
                      </a:r>
                      <a:endParaRPr sz="11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0475" marB="30475" marR="49525" marL="49525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-US" sz="11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Date</a:t>
                      </a:r>
                      <a:endParaRPr b="1" sz="11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0475" marB="30475" marR="49525" marL="49525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/>
                        <a:t>2025-02-26</a:t>
                      </a:r>
                      <a:endParaRPr sz="1400" u="none" cap="none" strike="noStrike"/>
                    </a:p>
                  </a:txBody>
                  <a:tcPr marT="30475" marB="30475" marR="49525" marL="49525">
                    <a:solidFill>
                      <a:schemeClr val="lt1"/>
                    </a:solidFill>
                  </a:tcPr>
                </a:tc>
              </a:tr>
              <a:tr h="3043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-US" sz="11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Screen Path</a:t>
                      </a:r>
                      <a:endParaRPr b="1" sz="11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0475" marB="30475" marR="49525" marL="49525">
                    <a:solidFill>
                      <a:schemeClr val="lt1"/>
                    </a:solidFill>
                  </a:tcPr>
                </a:tc>
                <a:tc gridSpan="7"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/</a:t>
                      </a:r>
                      <a:r>
                        <a:rPr lang="en-US" sz="1100"/>
                        <a:t>HomeFrame</a:t>
                      </a:r>
                      <a:r>
                        <a:rPr lang="en-US" sz="11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/</a:t>
                      </a:r>
                      <a:r>
                        <a:rPr lang="en-US" sz="1100"/>
                        <a:t>ark106</a:t>
                      </a:r>
                      <a:r>
                        <a:rPr lang="en-US" sz="1100"/>
                        <a:t>0fm</a:t>
                      </a:r>
                      <a:r>
                        <a:rPr lang="en-US" sz="11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.xfdl</a:t>
                      </a:r>
                      <a:endParaRPr sz="11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0475" marB="30475" marR="49525" marL="49525">
                    <a:solidFill>
                      <a:schemeClr val="lt1"/>
                    </a:solidFill>
                  </a:tcPr>
                </a:tc>
                <a:tc hMerge="1"/>
                <a:tc hMerge="1"/>
                <a:tc hMerge="1"/>
                <a:tc hMerge="1"/>
                <a:tc hMerge="1"/>
                <a:tc hMerge="1"/>
              </a:tr>
            </a:tbl>
          </a:graphicData>
        </a:graphic>
      </p:graphicFrame>
      <p:graphicFrame>
        <p:nvGraphicFramePr>
          <p:cNvPr id="152" name="Google Shape;152;g325ad0caa2e_0_21"/>
          <p:cNvGraphicFramePr/>
          <p:nvPr/>
        </p:nvGraphicFramePr>
        <p:xfrm>
          <a:off x="6370010" y="162880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{42523571-8647-4EEF-BE47-7BDBFEA9375B}</a:tableStyleId>
              </a:tblPr>
              <a:tblGrid>
                <a:gridCol w="314150"/>
                <a:gridCol w="2917050"/>
              </a:tblGrid>
              <a:tr h="152400">
                <a:tc gridSpan="2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en-US" sz="12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Description</a:t>
                      </a:r>
                      <a:endParaRPr b="1" sz="12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0475" marB="30475" marR="49525" marL="49525">
                    <a:solidFill>
                      <a:srgbClr val="BFBFBF"/>
                    </a:solidFill>
                  </a:tcPr>
                </a:tc>
                <a:tc hMerge="1"/>
              </a:tr>
              <a:tr h="2960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2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0475" marB="30475" marR="49525" marL="49525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/>
                        <a:t>관리자는 공지사항을 게시할 수 있고 로그인 한 유저는 이를 확인할 수 있습니다.</a:t>
                      </a:r>
                      <a:endParaRPr sz="12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0475" marB="30475" marR="49525" marL="49525" anchor="ctr"/>
                </a:tc>
              </a:tr>
            </a:tbl>
          </a:graphicData>
        </a:graphic>
      </p:graphicFrame>
      <p:pic>
        <p:nvPicPr>
          <p:cNvPr id="153" name="Google Shape;153;g325ad0caa2e_0_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04800" y="1628800"/>
            <a:ext cx="6044488" cy="27691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g325ad0caa2e_1_3"/>
          <p:cNvSpPr/>
          <p:nvPr/>
        </p:nvSpPr>
        <p:spPr>
          <a:xfrm>
            <a:off x="6969125" y="100013"/>
            <a:ext cx="2663700" cy="474600"/>
          </a:xfrm>
          <a:prstGeom prst="rect">
            <a:avLst/>
          </a:prstGeom>
          <a:noFill/>
          <a:ln>
            <a:noFill/>
          </a:ln>
        </p:spPr>
        <p:txBody>
          <a:bodyPr anchorCtr="0" anchor="t" bIns="55175" lIns="110350" spcFirstLastPara="1" rIns="110350" wrap="square" tIns="55175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Noto Sans Symbols"/>
              <a:buNone/>
            </a:pPr>
            <a:r>
              <a:t/>
            </a:r>
            <a:endParaRPr b="1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159" name="Google Shape;159;g325ad0caa2e_1_3"/>
          <p:cNvGraphicFramePr/>
          <p:nvPr/>
        </p:nvGraphicFramePr>
        <p:xfrm>
          <a:off x="304799" y="804054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{42523571-8647-4EEF-BE47-7BDBFEA9375B}</a:tableStyleId>
              </a:tblPr>
              <a:tblGrid>
                <a:gridCol w="939800"/>
                <a:gridCol w="1260150"/>
                <a:gridCol w="1033250"/>
                <a:gridCol w="1206350"/>
                <a:gridCol w="1117750"/>
                <a:gridCol w="1162050"/>
                <a:gridCol w="1162050"/>
                <a:gridCol w="1162050"/>
              </a:tblGrid>
              <a:tr h="3043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-US" sz="11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 Page Title</a:t>
                      </a:r>
                      <a:endParaRPr b="1" sz="11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0475" marB="30475" marR="49525" marL="49525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/>
                        <a:t>공지사항팝업</a:t>
                      </a:r>
                      <a:endParaRPr sz="1100"/>
                    </a:p>
                  </a:txBody>
                  <a:tcPr marT="30475" marB="30475" marR="49525" marL="49525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-US" sz="11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Screen ID</a:t>
                      </a:r>
                      <a:endParaRPr b="1" sz="11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0475" marB="30475" marR="49525" marL="49525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/>
                        <a:t>ark1061fm</a:t>
                      </a:r>
                      <a:r>
                        <a:rPr lang="en-US" sz="11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.xfdl</a:t>
                      </a:r>
                      <a:endParaRPr sz="11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0475" marB="30475" marR="49525" marL="49525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-US" sz="11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Author</a:t>
                      </a:r>
                      <a:endParaRPr b="1" sz="11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0475" marB="30475" marR="49525" marL="49525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/>
                        <a:t>김태훈</a:t>
                      </a:r>
                      <a:endParaRPr sz="11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0475" marB="30475" marR="49525" marL="49525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-US" sz="11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Date</a:t>
                      </a:r>
                      <a:endParaRPr b="1" sz="11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0475" marB="30475" marR="49525" marL="49525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/>
                        <a:t>2025-02-26</a:t>
                      </a:r>
                      <a:endParaRPr sz="1400" u="none" cap="none" strike="noStrike"/>
                    </a:p>
                  </a:txBody>
                  <a:tcPr marT="30475" marB="30475" marR="49525" marL="49525">
                    <a:solidFill>
                      <a:schemeClr val="lt1"/>
                    </a:solidFill>
                  </a:tcPr>
                </a:tc>
              </a:tr>
              <a:tr h="3043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-US" sz="11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Screen Path</a:t>
                      </a:r>
                      <a:endParaRPr b="1" sz="11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0475" marB="30475" marR="49525" marL="49525">
                    <a:solidFill>
                      <a:schemeClr val="lt1"/>
                    </a:solidFill>
                  </a:tcPr>
                </a:tc>
                <a:tc gridSpan="7"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/</a:t>
                      </a:r>
                      <a:r>
                        <a:rPr lang="en-US" sz="1100"/>
                        <a:t>HomeFrame</a:t>
                      </a:r>
                      <a:r>
                        <a:rPr lang="en-US" sz="11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/</a:t>
                      </a:r>
                      <a:r>
                        <a:rPr lang="en-US" sz="1100"/>
                        <a:t>ark1061fm</a:t>
                      </a:r>
                      <a:r>
                        <a:rPr lang="en-US" sz="11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.xfdl</a:t>
                      </a:r>
                      <a:endParaRPr sz="11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0475" marB="30475" marR="49525" marL="49525">
                    <a:solidFill>
                      <a:schemeClr val="lt1"/>
                    </a:solidFill>
                  </a:tcPr>
                </a:tc>
                <a:tc hMerge="1"/>
                <a:tc hMerge="1"/>
                <a:tc hMerge="1"/>
                <a:tc hMerge="1"/>
                <a:tc hMerge="1"/>
                <a:tc hMerge="1"/>
              </a:tr>
            </a:tbl>
          </a:graphicData>
        </a:graphic>
      </p:graphicFrame>
      <p:graphicFrame>
        <p:nvGraphicFramePr>
          <p:cNvPr id="160" name="Google Shape;160;g325ad0caa2e_1_3"/>
          <p:cNvGraphicFramePr/>
          <p:nvPr/>
        </p:nvGraphicFramePr>
        <p:xfrm>
          <a:off x="6370010" y="162880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{42523571-8647-4EEF-BE47-7BDBFEA9375B}</a:tableStyleId>
              </a:tblPr>
              <a:tblGrid>
                <a:gridCol w="314150"/>
                <a:gridCol w="2917050"/>
              </a:tblGrid>
              <a:tr h="152400">
                <a:tc gridSpan="2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en-US" sz="12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Description</a:t>
                      </a:r>
                      <a:endParaRPr b="1" sz="12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0475" marB="30475" marR="49525" marL="49525">
                    <a:solidFill>
                      <a:srgbClr val="BFBFBF"/>
                    </a:solidFill>
                  </a:tcPr>
                </a:tc>
                <a:tc hMerge="1"/>
              </a:tr>
              <a:tr h="2960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2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0475" marB="30475" marR="49525" marL="49525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/>
                        <a:t>관리자가 공지사항을 작성하는 팝업 화면입니다.</a:t>
                      </a:r>
                      <a:endParaRPr sz="12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0475" marB="30475" marR="49525" marL="49525" anchor="ctr"/>
                </a:tc>
              </a:tr>
            </a:tbl>
          </a:graphicData>
        </a:graphic>
      </p:graphicFrame>
      <p:pic>
        <p:nvPicPr>
          <p:cNvPr id="161" name="Google Shape;161;g325ad0caa2e_1_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88950" y="1628804"/>
            <a:ext cx="5686425" cy="45434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g325ad0caa2e_1_13"/>
          <p:cNvSpPr/>
          <p:nvPr/>
        </p:nvSpPr>
        <p:spPr>
          <a:xfrm>
            <a:off x="6969125" y="100013"/>
            <a:ext cx="2663700" cy="474600"/>
          </a:xfrm>
          <a:prstGeom prst="rect">
            <a:avLst/>
          </a:prstGeom>
          <a:noFill/>
          <a:ln>
            <a:noFill/>
          </a:ln>
        </p:spPr>
        <p:txBody>
          <a:bodyPr anchorCtr="0" anchor="t" bIns="55175" lIns="110350" spcFirstLastPara="1" rIns="110350" wrap="square" tIns="55175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Noto Sans Symbols"/>
              <a:buNone/>
            </a:pPr>
            <a:r>
              <a:t/>
            </a:r>
            <a:endParaRPr b="1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167" name="Google Shape;167;g325ad0caa2e_1_13"/>
          <p:cNvGraphicFramePr/>
          <p:nvPr/>
        </p:nvGraphicFramePr>
        <p:xfrm>
          <a:off x="304799" y="804054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{42523571-8647-4EEF-BE47-7BDBFEA9375B}</a:tableStyleId>
              </a:tblPr>
              <a:tblGrid>
                <a:gridCol w="939800"/>
                <a:gridCol w="1260150"/>
                <a:gridCol w="1033250"/>
                <a:gridCol w="1206350"/>
                <a:gridCol w="1117750"/>
                <a:gridCol w="1162050"/>
                <a:gridCol w="1162050"/>
                <a:gridCol w="1162050"/>
              </a:tblGrid>
              <a:tr h="3043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-US" sz="11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 Page Title</a:t>
                      </a:r>
                      <a:endParaRPr b="1" sz="11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0475" marB="30475" marR="49525" marL="49525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/>
                        <a:t>ContentFrame</a:t>
                      </a:r>
                      <a:endParaRPr sz="1400" u="none" cap="none" strike="noStrike"/>
                    </a:p>
                  </a:txBody>
                  <a:tcPr marT="30475" marB="30475" marR="49525" marL="49525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-US" sz="11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Screen ID</a:t>
                      </a:r>
                      <a:endParaRPr b="1" sz="11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0475" marB="30475" marR="49525" marL="49525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/>
                        <a:t>Frm_ContentFrmae</a:t>
                      </a:r>
                      <a:r>
                        <a:rPr lang="en-US" sz="11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.xfdl</a:t>
                      </a:r>
                      <a:endParaRPr sz="11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0475" marB="30475" marR="49525" marL="49525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-US" sz="11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Author</a:t>
                      </a:r>
                      <a:endParaRPr b="1" sz="11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0475" marB="30475" marR="49525" marL="49525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/>
                        <a:t>김태훈</a:t>
                      </a:r>
                      <a:endParaRPr sz="11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0475" marB="30475" marR="49525" marL="49525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-US" sz="11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Date</a:t>
                      </a:r>
                      <a:endParaRPr b="1" sz="11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0475" marB="30475" marR="49525" marL="49525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/>
                        <a:t>2025-02-26</a:t>
                      </a:r>
                      <a:endParaRPr sz="1400" u="none" cap="none" strike="noStrike"/>
                    </a:p>
                  </a:txBody>
                  <a:tcPr marT="30475" marB="30475" marR="49525" marL="49525">
                    <a:solidFill>
                      <a:schemeClr val="lt1"/>
                    </a:solidFill>
                  </a:tcPr>
                </a:tc>
              </a:tr>
              <a:tr h="3447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-US" sz="11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Screen Path</a:t>
                      </a:r>
                      <a:endParaRPr b="1" sz="11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0475" marB="30475" marR="49525" marL="49525">
                    <a:solidFill>
                      <a:schemeClr val="lt1"/>
                    </a:solidFill>
                  </a:tcPr>
                </a:tc>
                <a:tc gridSpan="7"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/</a:t>
                      </a:r>
                      <a:r>
                        <a:rPr lang="en-US" sz="1100"/>
                        <a:t>HomeFrame/</a:t>
                      </a:r>
                      <a:r>
                        <a:rPr lang="en-US" sz="1100"/>
                        <a:t>Frm_ContentFrmae.xfdl</a:t>
                      </a:r>
                      <a:endParaRPr sz="11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0475" marB="30475" marR="49525" marL="49525">
                    <a:solidFill>
                      <a:schemeClr val="lt1"/>
                    </a:solidFill>
                  </a:tcPr>
                </a:tc>
                <a:tc hMerge="1"/>
                <a:tc hMerge="1"/>
                <a:tc hMerge="1"/>
                <a:tc hMerge="1"/>
                <a:tc hMerge="1"/>
                <a:tc hMerge="1"/>
              </a:tr>
            </a:tbl>
          </a:graphicData>
        </a:graphic>
      </p:graphicFrame>
      <p:graphicFrame>
        <p:nvGraphicFramePr>
          <p:cNvPr id="168" name="Google Shape;168;g325ad0caa2e_1_13"/>
          <p:cNvGraphicFramePr/>
          <p:nvPr/>
        </p:nvGraphicFramePr>
        <p:xfrm>
          <a:off x="6370010" y="162880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{42523571-8647-4EEF-BE47-7BDBFEA9375B}</a:tableStyleId>
              </a:tblPr>
              <a:tblGrid>
                <a:gridCol w="314150"/>
                <a:gridCol w="2917050"/>
              </a:tblGrid>
              <a:tr h="152400">
                <a:tc gridSpan="2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en-US" sz="12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Description</a:t>
                      </a:r>
                      <a:endParaRPr b="1" sz="12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0475" marB="30475" marR="49525" marL="49525">
                    <a:solidFill>
                      <a:srgbClr val="BFBFBF"/>
                    </a:solidFill>
                  </a:tcPr>
                </a:tc>
                <a:tc hMerge="1"/>
              </a:tr>
              <a:tr h="2960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2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0475" marB="30475" marR="49525" marL="49525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/>
                        <a:t>홈 화면을 담당하며 다른 모든 폼들이 이폼에 연결되어 그려집니다.</a:t>
                      </a:r>
                      <a:endParaRPr sz="12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0475" marB="30475" marR="49525" marL="49525" anchor="ctr"/>
                </a:tc>
              </a:tr>
              <a:tr h="1693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</a:t>
                      </a:r>
                      <a:endParaRPr sz="12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0475" marB="30475" marR="49525" marL="49525" anchor="ctr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홈에서는 StepIndex를 통한 배너와 유저 프로필, 동적 생성된 가게들이 태그별로 나뉘어 소개됩니다.</a:t>
                      </a:r>
                      <a:endParaRPr/>
                    </a:p>
                  </a:txBody>
                  <a:tcPr marT="30475" marB="30475" marR="49525" marL="49525" anchor="ctr"/>
                </a:tc>
              </a:tr>
            </a:tbl>
          </a:graphicData>
        </a:graphic>
      </p:graphicFrame>
      <p:pic>
        <p:nvPicPr>
          <p:cNvPr id="169" name="Google Shape;169;g325ad0caa2e_1_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65100" y="1946054"/>
            <a:ext cx="6065213" cy="328433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g325ad0caa2e_1_25"/>
          <p:cNvSpPr/>
          <p:nvPr/>
        </p:nvSpPr>
        <p:spPr>
          <a:xfrm>
            <a:off x="6969125" y="100013"/>
            <a:ext cx="2663700" cy="474600"/>
          </a:xfrm>
          <a:prstGeom prst="rect">
            <a:avLst/>
          </a:prstGeom>
          <a:noFill/>
          <a:ln>
            <a:noFill/>
          </a:ln>
        </p:spPr>
        <p:txBody>
          <a:bodyPr anchorCtr="0" anchor="t" bIns="55175" lIns="110350" spcFirstLastPara="1" rIns="110350" wrap="square" tIns="55175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Noto Sans Symbols"/>
              <a:buNone/>
            </a:pPr>
            <a:r>
              <a:t/>
            </a:r>
            <a:endParaRPr b="1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175" name="Google Shape;175;g325ad0caa2e_1_25"/>
          <p:cNvGraphicFramePr/>
          <p:nvPr/>
        </p:nvGraphicFramePr>
        <p:xfrm>
          <a:off x="304799" y="804054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{42523571-8647-4EEF-BE47-7BDBFEA9375B}</a:tableStyleId>
              </a:tblPr>
              <a:tblGrid>
                <a:gridCol w="939800"/>
                <a:gridCol w="1260150"/>
                <a:gridCol w="1033250"/>
                <a:gridCol w="1206350"/>
                <a:gridCol w="1117750"/>
                <a:gridCol w="1162050"/>
                <a:gridCol w="1162050"/>
                <a:gridCol w="1162050"/>
              </a:tblGrid>
              <a:tr h="3043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-US" sz="11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 Page Title</a:t>
                      </a:r>
                      <a:endParaRPr b="1" sz="11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0475" marB="30475" marR="49525" marL="49525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/>
                        <a:t>좌측 메뉴바</a:t>
                      </a:r>
                      <a:endParaRPr sz="1400" u="none" cap="none" strike="noStrike"/>
                    </a:p>
                  </a:txBody>
                  <a:tcPr marT="30475" marB="30475" marR="49525" marL="49525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-US" sz="11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Screen ID</a:t>
                      </a:r>
                      <a:endParaRPr b="1" sz="11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0475" marB="30475" marR="49525" marL="49525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/>
                        <a:t>LeftFrame</a:t>
                      </a:r>
                      <a:r>
                        <a:rPr lang="en-US" sz="11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.xfdl</a:t>
                      </a:r>
                      <a:endParaRPr sz="11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0475" marB="30475" marR="49525" marL="49525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-US" sz="11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Author</a:t>
                      </a:r>
                      <a:endParaRPr b="1" sz="11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0475" marB="30475" marR="49525" marL="49525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/>
                        <a:t>김태훈</a:t>
                      </a:r>
                      <a:endParaRPr sz="11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0475" marB="30475" marR="49525" marL="49525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-US" sz="11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Date</a:t>
                      </a:r>
                      <a:endParaRPr b="1" sz="11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0475" marB="30475" marR="49525" marL="49525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/>
                        <a:t>2025-02-26</a:t>
                      </a:r>
                      <a:endParaRPr sz="1400" u="none" cap="none" strike="noStrike"/>
                    </a:p>
                  </a:txBody>
                  <a:tcPr marT="30475" marB="30475" marR="49525" marL="49525">
                    <a:solidFill>
                      <a:schemeClr val="lt1"/>
                    </a:solidFill>
                  </a:tcPr>
                </a:tc>
              </a:tr>
              <a:tr h="3043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-US" sz="11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Screen Path</a:t>
                      </a:r>
                      <a:endParaRPr b="1" sz="11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0475" marB="30475" marR="49525" marL="49525">
                    <a:solidFill>
                      <a:schemeClr val="lt1"/>
                    </a:solidFill>
                  </a:tcPr>
                </a:tc>
                <a:tc gridSpan="7"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/</a:t>
                      </a:r>
                      <a:r>
                        <a:rPr lang="en-US" sz="1100"/>
                        <a:t>HomeFrame</a:t>
                      </a:r>
                      <a:r>
                        <a:rPr lang="en-US" sz="11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/</a:t>
                      </a:r>
                      <a:r>
                        <a:rPr lang="en-US" sz="1100"/>
                        <a:t>Frm_LeftFrame</a:t>
                      </a:r>
                      <a:r>
                        <a:rPr lang="en-US" sz="11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xfdl</a:t>
                      </a:r>
                      <a:endParaRPr sz="11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0475" marB="30475" marR="49525" marL="49525">
                    <a:solidFill>
                      <a:schemeClr val="lt1"/>
                    </a:solidFill>
                  </a:tcPr>
                </a:tc>
                <a:tc hMerge="1"/>
                <a:tc hMerge="1"/>
                <a:tc hMerge="1"/>
                <a:tc hMerge="1"/>
                <a:tc hMerge="1"/>
                <a:tc hMerge="1"/>
              </a:tr>
            </a:tbl>
          </a:graphicData>
        </a:graphic>
      </p:graphicFrame>
      <p:graphicFrame>
        <p:nvGraphicFramePr>
          <p:cNvPr id="176" name="Google Shape;176;g325ad0caa2e_1_25"/>
          <p:cNvGraphicFramePr/>
          <p:nvPr/>
        </p:nvGraphicFramePr>
        <p:xfrm>
          <a:off x="6370010" y="162880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{42523571-8647-4EEF-BE47-7BDBFEA9375B}</a:tableStyleId>
              </a:tblPr>
              <a:tblGrid>
                <a:gridCol w="314150"/>
                <a:gridCol w="2917050"/>
              </a:tblGrid>
              <a:tr h="152400">
                <a:tc gridSpan="2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en-US" sz="12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Description</a:t>
                      </a:r>
                      <a:endParaRPr b="1" sz="12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0475" marB="30475" marR="49525" marL="49525">
                    <a:solidFill>
                      <a:srgbClr val="BFBFBF"/>
                    </a:solidFill>
                  </a:tcPr>
                </a:tc>
                <a:tc hMerge="1"/>
              </a:tr>
              <a:tr h="2960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2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0475" marB="30475" marR="49525" marL="49525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/>
                        <a:t>좌측 메뉴바를 담당하는 폼입니다.</a:t>
                      </a:r>
                      <a:endParaRPr sz="12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0475" marB="30475" marR="49525" marL="49525" anchor="ctr"/>
                </a:tc>
              </a:tr>
              <a:tr h="1693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</a:t>
                      </a:r>
                      <a:endParaRPr sz="12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0475" marB="30475" marR="49525" marL="49525" anchor="ctr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로그인한 유저의 역할에 따라 표기되는 메뉴가 다릅니다.</a:t>
                      </a:r>
                      <a:endParaRPr/>
                    </a:p>
                  </a:txBody>
                  <a:tcPr marT="30475" marB="30475" marR="49525" marL="49525" anchor="ctr"/>
                </a:tc>
              </a:tr>
              <a:tr h="2960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/>
                        <a:t>3</a:t>
                      </a:r>
                      <a:endParaRPr sz="12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0475" marB="30475" marR="49525" marL="49525" anchor="ctr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처음으로 로그인 한 Guest 상태의 경우 좌측 메뉴 바가 보이지 않습니다.</a:t>
                      </a:r>
                      <a:endParaRPr/>
                    </a:p>
                  </a:txBody>
                  <a:tcPr marT="30475" marB="30475" marR="49525" marL="49525" anchor="ctr"/>
                </a:tc>
              </a:tr>
            </a:tbl>
          </a:graphicData>
        </a:graphic>
      </p:graphicFrame>
      <p:pic>
        <p:nvPicPr>
          <p:cNvPr id="177" name="Google Shape;177;g325ad0caa2e_1_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65154"/>
            <a:ext cx="6065213" cy="358049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g326c7842af1_0_2"/>
          <p:cNvSpPr/>
          <p:nvPr/>
        </p:nvSpPr>
        <p:spPr>
          <a:xfrm>
            <a:off x="6969125" y="100013"/>
            <a:ext cx="2663700" cy="474600"/>
          </a:xfrm>
          <a:prstGeom prst="rect">
            <a:avLst/>
          </a:prstGeom>
          <a:noFill/>
          <a:ln>
            <a:noFill/>
          </a:ln>
        </p:spPr>
        <p:txBody>
          <a:bodyPr anchorCtr="0" anchor="t" bIns="55175" lIns="110350" spcFirstLastPara="1" rIns="110350" wrap="square" tIns="55175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Noto Sans Symbols"/>
              <a:buNone/>
            </a:pPr>
            <a:r>
              <a:t/>
            </a:r>
            <a:endParaRPr b="1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183" name="Google Shape;183;g326c7842af1_0_2"/>
          <p:cNvGraphicFramePr/>
          <p:nvPr/>
        </p:nvGraphicFramePr>
        <p:xfrm>
          <a:off x="304799" y="804054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{42523571-8647-4EEF-BE47-7BDBFEA9375B}</a:tableStyleId>
              </a:tblPr>
              <a:tblGrid>
                <a:gridCol w="939800"/>
                <a:gridCol w="1260150"/>
                <a:gridCol w="1033250"/>
                <a:gridCol w="1206350"/>
                <a:gridCol w="1117750"/>
                <a:gridCol w="1162050"/>
                <a:gridCol w="1162050"/>
                <a:gridCol w="1162050"/>
              </a:tblGrid>
              <a:tr h="3043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-US" sz="11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 Page Title</a:t>
                      </a:r>
                      <a:endParaRPr b="1" sz="11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0475" marB="30475" marR="49525" marL="49525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/>
                        <a:t>TopFrame</a:t>
                      </a:r>
                      <a:endParaRPr sz="1400" u="none" cap="none" strike="noStrike"/>
                    </a:p>
                  </a:txBody>
                  <a:tcPr marT="30475" marB="30475" marR="49525" marL="49525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-US" sz="11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Screen ID</a:t>
                      </a:r>
                      <a:endParaRPr b="1" sz="11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0475" marB="30475" marR="49525" marL="49525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/>
                        <a:t>ark1080fm</a:t>
                      </a:r>
                      <a:r>
                        <a:rPr lang="en-US" sz="11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.xfdl</a:t>
                      </a:r>
                      <a:endParaRPr sz="11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0475" marB="30475" marR="49525" marL="49525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-US" sz="11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Author</a:t>
                      </a:r>
                      <a:endParaRPr b="1" sz="11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0475" marB="30475" marR="49525" marL="49525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/>
                        <a:t>김태훈</a:t>
                      </a:r>
                      <a:endParaRPr sz="11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0475" marB="30475" marR="49525" marL="49525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-US" sz="11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Date</a:t>
                      </a:r>
                      <a:endParaRPr b="1" sz="11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0475" marB="30475" marR="49525" marL="49525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/>
                        <a:t>2025-01-15</a:t>
                      </a:r>
                      <a:endParaRPr sz="1400" u="none" cap="none" strike="noStrike"/>
                    </a:p>
                  </a:txBody>
                  <a:tcPr marT="30475" marB="30475" marR="49525" marL="49525">
                    <a:solidFill>
                      <a:schemeClr val="lt1"/>
                    </a:solidFill>
                  </a:tcPr>
                </a:tc>
              </a:tr>
              <a:tr h="3043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-US" sz="11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Screen Path</a:t>
                      </a:r>
                      <a:endParaRPr b="1" sz="11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0475" marB="30475" marR="49525" marL="49525">
                    <a:solidFill>
                      <a:schemeClr val="lt1"/>
                    </a:solidFill>
                  </a:tcPr>
                </a:tc>
                <a:tc gridSpan="7"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/</a:t>
                      </a:r>
                      <a:r>
                        <a:rPr lang="en-US" sz="1100"/>
                        <a:t>HomeFrame</a:t>
                      </a:r>
                      <a:r>
                        <a:rPr lang="en-US" sz="11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/</a:t>
                      </a:r>
                      <a:r>
                        <a:rPr lang="en-US" sz="1100"/>
                        <a:t>ark1080fm</a:t>
                      </a:r>
                      <a:r>
                        <a:rPr lang="en-US" sz="11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.xfdl</a:t>
                      </a:r>
                      <a:endParaRPr sz="11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0475" marB="30475" marR="49525" marL="49525">
                    <a:solidFill>
                      <a:schemeClr val="lt1"/>
                    </a:solidFill>
                  </a:tcPr>
                </a:tc>
                <a:tc hMerge="1"/>
                <a:tc hMerge="1"/>
                <a:tc hMerge="1"/>
                <a:tc hMerge="1"/>
                <a:tc hMerge="1"/>
                <a:tc hMerge="1"/>
              </a:tr>
            </a:tbl>
          </a:graphicData>
        </a:graphic>
      </p:graphicFrame>
      <p:graphicFrame>
        <p:nvGraphicFramePr>
          <p:cNvPr id="184" name="Google Shape;184;g326c7842af1_0_2"/>
          <p:cNvGraphicFramePr/>
          <p:nvPr/>
        </p:nvGraphicFramePr>
        <p:xfrm>
          <a:off x="6370010" y="162880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{42523571-8647-4EEF-BE47-7BDBFEA9375B}</a:tableStyleId>
              </a:tblPr>
              <a:tblGrid>
                <a:gridCol w="314150"/>
                <a:gridCol w="2917050"/>
              </a:tblGrid>
              <a:tr h="152400">
                <a:tc gridSpan="2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en-US" sz="12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Description</a:t>
                      </a:r>
                      <a:endParaRPr b="1" sz="12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0475" marB="30475" marR="49525" marL="49525">
                    <a:solidFill>
                      <a:srgbClr val="BFBFBF"/>
                    </a:solidFill>
                  </a:tcPr>
                </a:tc>
                <a:tc hMerge="1"/>
              </a:tr>
              <a:tr h="2960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2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0475" marB="30475" marR="49525" marL="49525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/>
                        <a:t>상단 메뉴바입니다.</a:t>
                      </a:r>
                      <a:endParaRPr sz="12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0475" marB="30475" marR="49525" marL="49525" anchor="ctr"/>
                </a:tc>
              </a:tr>
              <a:tr h="1693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</a:t>
                      </a:r>
                      <a:endParaRPr sz="12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0475" marB="30475" marR="49525" marL="49525" anchor="ctr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홈로고를 누르면 홈 화면으로 돌아옵니다.</a:t>
                      </a:r>
                      <a:endParaRPr/>
                    </a:p>
                  </a:txBody>
                  <a:tcPr marT="30475" marB="30475" marR="49525" marL="49525" anchor="ctr"/>
                </a:tc>
              </a:tr>
              <a:tr h="2960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/>
                        <a:t>3</a:t>
                      </a:r>
                      <a:endParaRPr sz="12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0475" marB="30475" marR="49525" marL="49525" anchor="ctr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좌측부터 좌측 메뉴바, 로고, 검색, 환영 메세지, 로그인 등의 메뉴 등의 기능이 있습니다.</a:t>
                      </a:r>
                      <a:endParaRPr/>
                    </a:p>
                  </a:txBody>
                  <a:tcPr marT="30475" marB="30475" marR="49525" marL="49525" anchor="ctr"/>
                </a:tc>
              </a:tr>
              <a:tr h="2960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/>
                        <a:t>4</a:t>
                      </a:r>
                      <a:endParaRPr sz="1200"/>
                    </a:p>
                  </a:txBody>
                  <a:tcPr marT="30475" marB="30475" marR="49525" marL="49525" anchor="ctr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30475" marB="30475" marR="49525" marL="49525" anchor="ctr"/>
                </a:tc>
              </a:tr>
            </a:tbl>
          </a:graphicData>
        </a:graphic>
      </p:graphicFrame>
      <p:pic>
        <p:nvPicPr>
          <p:cNvPr id="185" name="Google Shape;185;g326c7842af1_0_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4035500"/>
            <a:ext cx="9601203" cy="3703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g325ad0caa2e_1_33"/>
          <p:cNvSpPr/>
          <p:nvPr/>
        </p:nvSpPr>
        <p:spPr>
          <a:xfrm>
            <a:off x="6969125" y="100013"/>
            <a:ext cx="2663700" cy="474600"/>
          </a:xfrm>
          <a:prstGeom prst="rect">
            <a:avLst/>
          </a:prstGeom>
          <a:noFill/>
          <a:ln>
            <a:noFill/>
          </a:ln>
        </p:spPr>
        <p:txBody>
          <a:bodyPr anchorCtr="0" anchor="t" bIns="55175" lIns="110350" spcFirstLastPara="1" rIns="110350" wrap="square" tIns="55175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Noto Sans Symbols"/>
              <a:buNone/>
            </a:pPr>
            <a:r>
              <a:t/>
            </a:r>
            <a:endParaRPr b="1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191" name="Google Shape;191;g325ad0caa2e_1_33"/>
          <p:cNvGraphicFramePr/>
          <p:nvPr/>
        </p:nvGraphicFramePr>
        <p:xfrm>
          <a:off x="304799" y="804054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{42523571-8647-4EEF-BE47-7BDBFEA9375B}</a:tableStyleId>
              </a:tblPr>
              <a:tblGrid>
                <a:gridCol w="939800"/>
                <a:gridCol w="1260150"/>
                <a:gridCol w="1033250"/>
                <a:gridCol w="1206350"/>
                <a:gridCol w="1117750"/>
                <a:gridCol w="1162050"/>
                <a:gridCol w="1162050"/>
                <a:gridCol w="1162050"/>
              </a:tblGrid>
              <a:tr h="3043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-US" sz="11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 Page Title</a:t>
                      </a:r>
                      <a:endParaRPr b="1" sz="11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0475" marB="30475" marR="49525" marL="49525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/>
                        <a:t>Login</a:t>
                      </a:r>
                      <a:endParaRPr sz="1400" u="none" cap="none" strike="noStrike"/>
                    </a:p>
                  </a:txBody>
                  <a:tcPr marT="30475" marB="30475" marR="49525" marL="49525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-US" sz="11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Screen ID</a:t>
                      </a:r>
                      <a:endParaRPr b="1" sz="11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0475" marB="30475" marR="49525" marL="49525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/>
                        <a:t>ark2010fm</a:t>
                      </a:r>
                      <a:r>
                        <a:rPr lang="en-US" sz="11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.xfdl</a:t>
                      </a:r>
                      <a:endParaRPr sz="11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0475" marB="30475" marR="49525" marL="49525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-US" sz="11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Author</a:t>
                      </a:r>
                      <a:endParaRPr b="1" sz="11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0475" marB="30475" marR="49525" marL="49525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/>
                        <a:t>김태훈</a:t>
                      </a:r>
                      <a:endParaRPr sz="11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0475" marB="30475" marR="49525" marL="49525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-US" sz="11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Date</a:t>
                      </a:r>
                      <a:endParaRPr b="1" sz="11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0475" marB="30475" marR="49525" marL="49525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/>
                        <a:t>2025-01-15</a:t>
                      </a:r>
                      <a:endParaRPr sz="1400" u="none" cap="none" strike="noStrike"/>
                    </a:p>
                  </a:txBody>
                  <a:tcPr marT="30475" marB="30475" marR="49525" marL="49525">
                    <a:solidFill>
                      <a:schemeClr val="lt1"/>
                    </a:solidFill>
                  </a:tcPr>
                </a:tc>
              </a:tr>
              <a:tr h="3043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-US" sz="11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Screen Path</a:t>
                      </a:r>
                      <a:endParaRPr b="1" sz="11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0475" marB="30475" marR="49525" marL="49525">
                    <a:solidFill>
                      <a:schemeClr val="lt1"/>
                    </a:solidFill>
                  </a:tcPr>
                </a:tc>
                <a:tc gridSpan="7"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/</a:t>
                      </a:r>
                      <a:r>
                        <a:rPr lang="en-US" sz="1100"/>
                        <a:t>Authentication</a:t>
                      </a:r>
                      <a:r>
                        <a:rPr lang="en-US" sz="11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/</a:t>
                      </a:r>
                      <a:r>
                        <a:rPr lang="en-US" sz="1100"/>
                        <a:t>ark2010fm</a:t>
                      </a:r>
                      <a:r>
                        <a:rPr lang="en-US" sz="11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.xfdl</a:t>
                      </a:r>
                      <a:endParaRPr sz="11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0475" marB="30475" marR="49525" marL="49525">
                    <a:solidFill>
                      <a:schemeClr val="lt1"/>
                    </a:solidFill>
                  </a:tcPr>
                </a:tc>
                <a:tc hMerge="1"/>
                <a:tc hMerge="1"/>
                <a:tc hMerge="1"/>
                <a:tc hMerge="1"/>
                <a:tc hMerge="1"/>
                <a:tc hMerge="1"/>
              </a:tr>
            </a:tbl>
          </a:graphicData>
        </a:graphic>
      </p:graphicFrame>
      <p:graphicFrame>
        <p:nvGraphicFramePr>
          <p:cNvPr id="192" name="Google Shape;192;g325ad0caa2e_1_33"/>
          <p:cNvGraphicFramePr/>
          <p:nvPr/>
        </p:nvGraphicFramePr>
        <p:xfrm>
          <a:off x="6370010" y="162880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{42523571-8647-4EEF-BE47-7BDBFEA9375B}</a:tableStyleId>
              </a:tblPr>
              <a:tblGrid>
                <a:gridCol w="314150"/>
                <a:gridCol w="2917050"/>
              </a:tblGrid>
              <a:tr h="152400">
                <a:tc gridSpan="2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en-US" sz="12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Description</a:t>
                      </a:r>
                      <a:endParaRPr b="1" sz="12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0475" marB="30475" marR="49525" marL="49525">
                    <a:solidFill>
                      <a:srgbClr val="BFBFBF"/>
                    </a:solidFill>
                  </a:tcPr>
                </a:tc>
                <a:tc hMerge="1"/>
              </a:tr>
              <a:tr h="2960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2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0475" marB="30475" marR="49525" marL="49525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/>
                        <a:t>Login페이지입니다.</a:t>
                      </a:r>
                      <a:endParaRPr sz="12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0475" marB="30475" marR="49525" marL="49525" anchor="ctr"/>
                </a:tc>
              </a:tr>
              <a:tr h="1693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</a:t>
                      </a:r>
                      <a:endParaRPr sz="12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0475" marB="30475" marR="49525" marL="49525" anchor="ctr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Id,Password </a:t>
                      </a:r>
                      <a:r>
                        <a:rPr lang="en-US"/>
                        <a:t>만으로 로그인 하며 ID/비밀번호 찾기 기능이 있습니다.</a:t>
                      </a:r>
                      <a:endParaRPr/>
                    </a:p>
                  </a:txBody>
                  <a:tcPr marT="30475" marB="30475" marR="49525" marL="49525" anchor="ctr"/>
                </a:tc>
              </a:tr>
              <a:tr h="2960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/>
                        <a:t>3</a:t>
                      </a:r>
                      <a:endParaRPr sz="12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0475" marB="30475" marR="49525" marL="49525" anchor="ctr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아이디 기억하기 기능이 있습니다.</a:t>
                      </a:r>
                      <a:endParaRPr/>
                    </a:p>
                  </a:txBody>
                  <a:tcPr marT="30475" marB="30475" marR="49525" marL="49525" anchor="ctr"/>
                </a:tc>
              </a:tr>
            </a:tbl>
          </a:graphicData>
        </a:graphic>
      </p:graphicFrame>
      <p:pic>
        <p:nvPicPr>
          <p:cNvPr id="193" name="Google Shape;193;g325ad0caa2e_1_3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31825" y="1412754"/>
            <a:ext cx="5463823" cy="514044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g325ad0caa2e_1_50"/>
          <p:cNvSpPr/>
          <p:nvPr/>
        </p:nvSpPr>
        <p:spPr>
          <a:xfrm>
            <a:off x="6969125" y="100013"/>
            <a:ext cx="2663700" cy="474600"/>
          </a:xfrm>
          <a:prstGeom prst="rect">
            <a:avLst/>
          </a:prstGeom>
          <a:noFill/>
          <a:ln>
            <a:noFill/>
          </a:ln>
        </p:spPr>
        <p:txBody>
          <a:bodyPr anchorCtr="0" anchor="t" bIns="55175" lIns="110350" spcFirstLastPara="1" rIns="110350" wrap="square" tIns="55175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Noto Sans Symbols"/>
              <a:buNone/>
            </a:pPr>
            <a:r>
              <a:t/>
            </a:r>
            <a:endParaRPr b="1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199" name="Google Shape;199;g325ad0caa2e_1_50"/>
          <p:cNvGraphicFramePr/>
          <p:nvPr/>
        </p:nvGraphicFramePr>
        <p:xfrm>
          <a:off x="304799" y="804054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{42523571-8647-4EEF-BE47-7BDBFEA9375B}</a:tableStyleId>
              </a:tblPr>
              <a:tblGrid>
                <a:gridCol w="939800"/>
                <a:gridCol w="1260150"/>
                <a:gridCol w="1033250"/>
                <a:gridCol w="1206350"/>
                <a:gridCol w="1117750"/>
                <a:gridCol w="1162050"/>
                <a:gridCol w="1162050"/>
                <a:gridCol w="1162050"/>
              </a:tblGrid>
              <a:tr h="3043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-US" sz="11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 Page Title</a:t>
                      </a:r>
                      <a:endParaRPr b="1" sz="11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0475" marB="30475" marR="49525" marL="49525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/>
                        <a:t>FindID</a:t>
                      </a:r>
                      <a:endParaRPr sz="1400" u="none" cap="none" strike="noStrike"/>
                    </a:p>
                  </a:txBody>
                  <a:tcPr marT="30475" marB="30475" marR="49525" marL="49525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-US" sz="11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Screen ID</a:t>
                      </a:r>
                      <a:endParaRPr b="1" sz="11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0475" marB="30475" marR="49525" marL="49525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/>
                        <a:t>ark2011fm</a:t>
                      </a:r>
                      <a:r>
                        <a:rPr lang="en-US" sz="11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.xfdl</a:t>
                      </a:r>
                      <a:endParaRPr sz="11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0475" marB="30475" marR="49525" marL="49525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-US" sz="11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Author</a:t>
                      </a:r>
                      <a:endParaRPr b="1" sz="11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0475" marB="30475" marR="49525" marL="49525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/>
                        <a:t>김태훈</a:t>
                      </a:r>
                      <a:endParaRPr sz="11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0475" marB="30475" marR="49525" marL="49525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-US" sz="11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Date</a:t>
                      </a:r>
                      <a:endParaRPr b="1" sz="11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0475" marB="30475" marR="49525" marL="49525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/>
                        <a:t>2025-01-15</a:t>
                      </a:r>
                      <a:endParaRPr sz="1400" u="none" cap="none" strike="noStrike"/>
                    </a:p>
                  </a:txBody>
                  <a:tcPr marT="30475" marB="30475" marR="49525" marL="49525">
                    <a:solidFill>
                      <a:schemeClr val="lt1"/>
                    </a:solidFill>
                  </a:tcPr>
                </a:tc>
              </a:tr>
              <a:tr h="3043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-US" sz="11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Screen Path</a:t>
                      </a:r>
                      <a:endParaRPr b="1" sz="11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0475" marB="30475" marR="49525" marL="49525">
                    <a:solidFill>
                      <a:schemeClr val="lt1"/>
                    </a:solidFill>
                  </a:tcPr>
                </a:tc>
                <a:tc gridSpan="7"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/</a:t>
                      </a:r>
                      <a:r>
                        <a:rPr lang="en-US" sz="1100"/>
                        <a:t>Authentication</a:t>
                      </a:r>
                      <a:r>
                        <a:rPr lang="en-US" sz="11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/</a:t>
                      </a:r>
                      <a:r>
                        <a:rPr lang="en-US" sz="1100"/>
                        <a:t>ark2011fm</a:t>
                      </a:r>
                      <a:r>
                        <a:rPr lang="en-US" sz="11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.xfdl</a:t>
                      </a:r>
                      <a:endParaRPr sz="11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0475" marB="30475" marR="49525" marL="49525">
                    <a:solidFill>
                      <a:schemeClr val="lt1"/>
                    </a:solidFill>
                  </a:tcPr>
                </a:tc>
                <a:tc hMerge="1"/>
                <a:tc hMerge="1"/>
                <a:tc hMerge="1"/>
                <a:tc hMerge="1"/>
                <a:tc hMerge="1"/>
                <a:tc hMerge="1"/>
              </a:tr>
            </a:tbl>
          </a:graphicData>
        </a:graphic>
      </p:graphicFrame>
      <p:graphicFrame>
        <p:nvGraphicFramePr>
          <p:cNvPr id="200" name="Google Shape;200;g325ad0caa2e_1_50"/>
          <p:cNvGraphicFramePr/>
          <p:nvPr/>
        </p:nvGraphicFramePr>
        <p:xfrm>
          <a:off x="6370010" y="162880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{42523571-8647-4EEF-BE47-7BDBFEA9375B}</a:tableStyleId>
              </a:tblPr>
              <a:tblGrid>
                <a:gridCol w="314150"/>
                <a:gridCol w="2917050"/>
              </a:tblGrid>
              <a:tr h="152400">
                <a:tc gridSpan="2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en-US" sz="12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Description</a:t>
                      </a:r>
                      <a:endParaRPr b="1" sz="12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0475" marB="30475" marR="49525" marL="49525">
                    <a:solidFill>
                      <a:srgbClr val="BFBFBF"/>
                    </a:solidFill>
                  </a:tcPr>
                </a:tc>
                <a:tc hMerge="1"/>
              </a:tr>
              <a:tr h="2960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2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0475" marB="30475" marR="49525" marL="49525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/>
                        <a:t>ID를 찾는 화면입니다.</a:t>
                      </a:r>
                      <a:endParaRPr sz="12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0475" marB="30475" marR="49525" marL="49525" anchor="ctr"/>
                </a:tc>
              </a:tr>
              <a:tr h="1693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</a:t>
                      </a:r>
                      <a:endParaRPr sz="12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0475" marB="30475" marR="49525" marL="49525" anchor="ctr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이름, 전화번호, 성별, 이메일이 일치하면 ID를 알려줍니다.</a:t>
                      </a:r>
                      <a:endParaRPr/>
                    </a:p>
                  </a:txBody>
                  <a:tcPr marT="30475" marB="30475" marR="49525" marL="49525" anchor="ctr"/>
                </a:tc>
              </a:tr>
              <a:tr h="2960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/>
                        <a:t>5</a:t>
                      </a:r>
                      <a:endParaRPr sz="12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0475" marB="30475" marR="49525" marL="49525" anchor="ctr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정합성 체크 기능</a:t>
                      </a:r>
                      <a:endParaRPr/>
                    </a:p>
                  </a:txBody>
                  <a:tcPr marT="30475" marB="30475" marR="49525" marL="49525" anchor="ctr"/>
                </a:tc>
              </a:tr>
            </a:tbl>
          </a:graphicData>
        </a:graphic>
      </p:graphicFrame>
      <p:pic>
        <p:nvPicPr>
          <p:cNvPr id="201" name="Google Shape;201;g325ad0caa2e_1_5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56875" y="1510204"/>
            <a:ext cx="5007790" cy="514044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g325ad0caa2e_1_58"/>
          <p:cNvSpPr/>
          <p:nvPr/>
        </p:nvSpPr>
        <p:spPr>
          <a:xfrm>
            <a:off x="6969125" y="100013"/>
            <a:ext cx="2663700" cy="474600"/>
          </a:xfrm>
          <a:prstGeom prst="rect">
            <a:avLst/>
          </a:prstGeom>
          <a:noFill/>
          <a:ln>
            <a:noFill/>
          </a:ln>
        </p:spPr>
        <p:txBody>
          <a:bodyPr anchorCtr="0" anchor="t" bIns="55175" lIns="110350" spcFirstLastPara="1" rIns="110350" wrap="square" tIns="55175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Noto Sans Symbols"/>
              <a:buNone/>
            </a:pPr>
            <a:r>
              <a:t/>
            </a:r>
            <a:endParaRPr b="1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207" name="Google Shape;207;g325ad0caa2e_1_58"/>
          <p:cNvGraphicFramePr/>
          <p:nvPr/>
        </p:nvGraphicFramePr>
        <p:xfrm>
          <a:off x="304799" y="804054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{42523571-8647-4EEF-BE47-7BDBFEA9375B}</a:tableStyleId>
              </a:tblPr>
              <a:tblGrid>
                <a:gridCol w="939800"/>
                <a:gridCol w="1260150"/>
                <a:gridCol w="1033250"/>
                <a:gridCol w="1206350"/>
                <a:gridCol w="1117750"/>
                <a:gridCol w="1162050"/>
                <a:gridCol w="1162050"/>
                <a:gridCol w="1162050"/>
              </a:tblGrid>
              <a:tr h="3043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-US" sz="11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 Page Title</a:t>
                      </a:r>
                      <a:endParaRPr b="1" sz="11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0475" marB="30475" marR="49525" marL="49525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/>
                        <a:t>FindPw</a:t>
                      </a:r>
                      <a:endParaRPr sz="1400" u="none" cap="none" strike="noStrike"/>
                    </a:p>
                  </a:txBody>
                  <a:tcPr marT="30475" marB="30475" marR="49525" marL="49525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-US" sz="11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Screen ID</a:t>
                      </a:r>
                      <a:endParaRPr b="1" sz="11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0475" marB="30475" marR="49525" marL="49525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/>
                        <a:t>ark2012fm</a:t>
                      </a:r>
                      <a:r>
                        <a:rPr lang="en-US" sz="11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.xfdl</a:t>
                      </a:r>
                      <a:endParaRPr sz="11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0475" marB="30475" marR="49525" marL="49525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-US" sz="11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Author</a:t>
                      </a:r>
                      <a:endParaRPr b="1" sz="11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0475" marB="30475" marR="49525" marL="49525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/>
                        <a:t>김태훈</a:t>
                      </a:r>
                      <a:endParaRPr sz="11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0475" marB="30475" marR="49525" marL="49525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-US" sz="11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Date</a:t>
                      </a:r>
                      <a:endParaRPr b="1" sz="11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0475" marB="30475" marR="49525" marL="49525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/>
                        <a:t>2025-01-15</a:t>
                      </a:r>
                      <a:endParaRPr sz="1400" u="none" cap="none" strike="noStrike"/>
                    </a:p>
                  </a:txBody>
                  <a:tcPr marT="30475" marB="30475" marR="49525" marL="49525">
                    <a:solidFill>
                      <a:schemeClr val="lt1"/>
                    </a:solidFill>
                  </a:tcPr>
                </a:tc>
              </a:tr>
              <a:tr h="3043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-US" sz="11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Screen Path</a:t>
                      </a:r>
                      <a:endParaRPr b="1" sz="11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0475" marB="30475" marR="49525" marL="49525">
                    <a:solidFill>
                      <a:schemeClr val="lt1"/>
                    </a:solidFill>
                  </a:tcPr>
                </a:tc>
                <a:tc gridSpan="7"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/</a:t>
                      </a:r>
                      <a:r>
                        <a:rPr lang="en-US" sz="1100"/>
                        <a:t>Authentication</a:t>
                      </a:r>
                      <a:r>
                        <a:rPr lang="en-US" sz="11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/</a:t>
                      </a:r>
                      <a:r>
                        <a:rPr lang="en-US" sz="1100"/>
                        <a:t>ark2012fm</a:t>
                      </a:r>
                      <a:r>
                        <a:rPr lang="en-US" sz="11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.xfdl</a:t>
                      </a:r>
                      <a:endParaRPr sz="11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0475" marB="30475" marR="49525" marL="49525">
                    <a:solidFill>
                      <a:schemeClr val="lt1"/>
                    </a:solidFill>
                  </a:tcPr>
                </a:tc>
                <a:tc hMerge="1"/>
                <a:tc hMerge="1"/>
                <a:tc hMerge="1"/>
                <a:tc hMerge="1"/>
                <a:tc hMerge="1"/>
                <a:tc hMerge="1"/>
              </a:tr>
            </a:tbl>
          </a:graphicData>
        </a:graphic>
      </p:graphicFrame>
      <p:graphicFrame>
        <p:nvGraphicFramePr>
          <p:cNvPr id="208" name="Google Shape;208;g325ad0caa2e_1_58"/>
          <p:cNvGraphicFramePr/>
          <p:nvPr/>
        </p:nvGraphicFramePr>
        <p:xfrm>
          <a:off x="6370010" y="162880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{42523571-8647-4EEF-BE47-7BDBFEA9375B}</a:tableStyleId>
              </a:tblPr>
              <a:tblGrid>
                <a:gridCol w="314150"/>
                <a:gridCol w="2917050"/>
              </a:tblGrid>
              <a:tr h="152400">
                <a:tc gridSpan="2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en-US" sz="12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Description</a:t>
                      </a:r>
                      <a:endParaRPr b="1" sz="12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0475" marB="30475" marR="49525" marL="49525">
                    <a:solidFill>
                      <a:srgbClr val="BFBFBF"/>
                    </a:solidFill>
                  </a:tcPr>
                </a:tc>
                <a:tc hMerge="1"/>
              </a:tr>
              <a:tr h="2960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2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0475" marB="30475" marR="49525" marL="49525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/>
                        <a:t>아이디 찾기 완료 화면</a:t>
                      </a:r>
                      <a:endParaRPr sz="12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0475" marB="30475" marR="49525" marL="49525" anchor="ctr"/>
                </a:tc>
              </a:tr>
            </a:tbl>
          </a:graphicData>
        </a:graphic>
      </p:graphicFrame>
      <p:pic>
        <p:nvPicPr>
          <p:cNvPr id="209" name="Google Shape;209;g325ad0caa2e_1_5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85075" y="1412754"/>
            <a:ext cx="5167692" cy="514044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g325ad0caa2e_1_41"/>
          <p:cNvSpPr/>
          <p:nvPr/>
        </p:nvSpPr>
        <p:spPr>
          <a:xfrm>
            <a:off x="6969125" y="100013"/>
            <a:ext cx="2663700" cy="474600"/>
          </a:xfrm>
          <a:prstGeom prst="rect">
            <a:avLst/>
          </a:prstGeom>
          <a:noFill/>
          <a:ln>
            <a:noFill/>
          </a:ln>
        </p:spPr>
        <p:txBody>
          <a:bodyPr anchorCtr="0" anchor="t" bIns="55175" lIns="110350" spcFirstLastPara="1" rIns="110350" wrap="square" tIns="55175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Noto Sans Symbols"/>
              <a:buNone/>
            </a:pPr>
            <a:r>
              <a:t/>
            </a:r>
            <a:endParaRPr b="1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215" name="Google Shape;215;g325ad0caa2e_1_41"/>
          <p:cNvGraphicFramePr/>
          <p:nvPr/>
        </p:nvGraphicFramePr>
        <p:xfrm>
          <a:off x="304799" y="804054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{42523571-8647-4EEF-BE47-7BDBFEA9375B}</a:tableStyleId>
              </a:tblPr>
              <a:tblGrid>
                <a:gridCol w="939800"/>
                <a:gridCol w="1260150"/>
                <a:gridCol w="1033250"/>
                <a:gridCol w="1206350"/>
                <a:gridCol w="1117750"/>
                <a:gridCol w="1162050"/>
                <a:gridCol w="1162050"/>
                <a:gridCol w="1162050"/>
              </a:tblGrid>
              <a:tr h="3043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-US" sz="11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 Page Title</a:t>
                      </a:r>
                      <a:endParaRPr b="1" sz="11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0475" marB="30475" marR="49525" marL="49525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/>
                        <a:t>비밀번호 찾기</a:t>
                      </a:r>
                      <a:endParaRPr sz="1400" u="none" cap="none" strike="noStrike"/>
                    </a:p>
                  </a:txBody>
                  <a:tcPr marT="30475" marB="30475" marR="49525" marL="49525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-US" sz="11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Screen ID</a:t>
                      </a:r>
                      <a:endParaRPr b="1" sz="11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0475" marB="30475" marR="49525" marL="49525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/>
                        <a:t>ark2013fm</a:t>
                      </a:r>
                      <a:r>
                        <a:rPr lang="en-US" sz="11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.xfdl</a:t>
                      </a:r>
                      <a:endParaRPr sz="11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0475" marB="30475" marR="49525" marL="49525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-US" sz="11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Author</a:t>
                      </a:r>
                      <a:endParaRPr b="1" sz="11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0475" marB="30475" marR="49525" marL="49525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/>
                        <a:t>김태훈</a:t>
                      </a:r>
                      <a:endParaRPr sz="11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0475" marB="30475" marR="49525" marL="49525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-US" sz="11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Date</a:t>
                      </a:r>
                      <a:endParaRPr b="1" sz="11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0475" marB="30475" marR="49525" marL="49525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/>
                        <a:t>2025-02-26</a:t>
                      </a:r>
                      <a:endParaRPr sz="1400" u="none" cap="none" strike="noStrike"/>
                    </a:p>
                  </a:txBody>
                  <a:tcPr marT="30475" marB="30475" marR="49525" marL="49525">
                    <a:solidFill>
                      <a:schemeClr val="lt1"/>
                    </a:solidFill>
                  </a:tcPr>
                </a:tc>
              </a:tr>
              <a:tr h="3043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-US" sz="11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Screen Path</a:t>
                      </a:r>
                      <a:endParaRPr b="1" sz="11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0475" marB="30475" marR="49525" marL="49525">
                    <a:solidFill>
                      <a:schemeClr val="lt1"/>
                    </a:solidFill>
                  </a:tcPr>
                </a:tc>
                <a:tc gridSpan="7"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/</a:t>
                      </a:r>
                      <a:r>
                        <a:rPr lang="en-US" sz="1100"/>
                        <a:t>Authentication</a:t>
                      </a:r>
                      <a:r>
                        <a:rPr lang="en-US" sz="11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/</a:t>
                      </a:r>
                      <a:r>
                        <a:rPr lang="en-US" sz="1100"/>
                        <a:t>ark2013fm</a:t>
                      </a:r>
                      <a:r>
                        <a:rPr lang="en-US" sz="11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.xfdl</a:t>
                      </a:r>
                      <a:endParaRPr sz="11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0475" marB="30475" marR="49525" marL="49525">
                    <a:solidFill>
                      <a:schemeClr val="lt1"/>
                    </a:solidFill>
                  </a:tcPr>
                </a:tc>
                <a:tc hMerge="1"/>
                <a:tc hMerge="1"/>
                <a:tc hMerge="1"/>
                <a:tc hMerge="1"/>
                <a:tc hMerge="1"/>
                <a:tc hMerge="1"/>
              </a:tr>
            </a:tbl>
          </a:graphicData>
        </a:graphic>
      </p:graphicFrame>
      <p:graphicFrame>
        <p:nvGraphicFramePr>
          <p:cNvPr id="216" name="Google Shape;216;g325ad0caa2e_1_41"/>
          <p:cNvGraphicFramePr/>
          <p:nvPr/>
        </p:nvGraphicFramePr>
        <p:xfrm>
          <a:off x="6370010" y="162880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{42523571-8647-4EEF-BE47-7BDBFEA9375B}</a:tableStyleId>
              </a:tblPr>
              <a:tblGrid>
                <a:gridCol w="314150"/>
                <a:gridCol w="2917050"/>
              </a:tblGrid>
              <a:tr h="152400">
                <a:tc gridSpan="2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en-US" sz="12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Description</a:t>
                      </a:r>
                      <a:endParaRPr b="1" sz="12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0475" marB="30475" marR="49525" marL="49525">
                    <a:solidFill>
                      <a:srgbClr val="BFBFBF"/>
                    </a:solidFill>
                  </a:tcPr>
                </a:tc>
                <a:tc hMerge="1"/>
              </a:tr>
              <a:tr h="2960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2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0475" marB="30475" marR="49525" marL="49525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/>
                        <a:t>비밀번호 찾기 페이지입니다.</a:t>
                      </a:r>
                      <a:endParaRPr sz="12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0475" marB="30475" marR="49525" marL="49525" anchor="ctr"/>
                </a:tc>
              </a:tr>
            </a:tbl>
          </a:graphicData>
        </a:graphic>
      </p:graphicFrame>
      <p:pic>
        <p:nvPicPr>
          <p:cNvPr id="217" name="Google Shape;217;g325ad0caa2e_1_4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04650" y="1412754"/>
            <a:ext cx="4957454" cy="514044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g2dcc25e684e_0_33"/>
          <p:cNvSpPr/>
          <p:nvPr/>
        </p:nvSpPr>
        <p:spPr>
          <a:xfrm>
            <a:off x="6969125" y="100013"/>
            <a:ext cx="2663700" cy="474600"/>
          </a:xfrm>
          <a:prstGeom prst="rect">
            <a:avLst/>
          </a:prstGeom>
          <a:noFill/>
          <a:ln>
            <a:noFill/>
          </a:ln>
        </p:spPr>
        <p:txBody>
          <a:bodyPr anchorCtr="0" anchor="t" bIns="55175" lIns="110350" spcFirstLastPara="1" rIns="110350" wrap="square" tIns="55175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Noto Sans Symbols"/>
              <a:buNone/>
            </a:pPr>
            <a:r>
              <a:t/>
            </a:r>
            <a:endParaRPr b="1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223" name="Google Shape;223;g2dcc25e684e_0_33"/>
          <p:cNvGraphicFramePr/>
          <p:nvPr/>
        </p:nvGraphicFramePr>
        <p:xfrm>
          <a:off x="304799" y="804054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{42523571-8647-4EEF-BE47-7BDBFEA9375B}</a:tableStyleId>
              </a:tblPr>
              <a:tblGrid>
                <a:gridCol w="939800"/>
                <a:gridCol w="1260150"/>
                <a:gridCol w="1033250"/>
                <a:gridCol w="1206350"/>
                <a:gridCol w="1117750"/>
                <a:gridCol w="1162050"/>
                <a:gridCol w="1162050"/>
                <a:gridCol w="1162050"/>
              </a:tblGrid>
              <a:tr h="3043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-US" sz="11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 Page Title</a:t>
                      </a:r>
                      <a:endParaRPr b="1" sz="11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0475" marB="30475" marR="49525" marL="49525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/>
                        <a:t>비밀번호 찾기 </a:t>
                      </a:r>
                      <a:r>
                        <a:rPr lang="en-US" sz="1100"/>
                        <a:t>성공</a:t>
                      </a:r>
                      <a:endParaRPr sz="1400" u="none" cap="none" strike="noStrike"/>
                    </a:p>
                  </a:txBody>
                  <a:tcPr marT="30475" marB="30475" marR="49525" marL="49525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-US" sz="11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Screen ID</a:t>
                      </a:r>
                      <a:endParaRPr b="1" sz="11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0475" marB="30475" marR="49525" marL="49525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/>
                        <a:t>ark2014fm</a:t>
                      </a:r>
                      <a:r>
                        <a:rPr lang="en-US" sz="11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.xfdl</a:t>
                      </a:r>
                      <a:endParaRPr sz="11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0475" marB="30475" marR="49525" marL="49525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-US" sz="11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Author</a:t>
                      </a:r>
                      <a:endParaRPr b="1" sz="11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0475" marB="30475" marR="49525" marL="49525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/>
                        <a:t>김태훈</a:t>
                      </a:r>
                      <a:endParaRPr sz="11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0475" marB="30475" marR="49525" marL="49525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-US" sz="11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Date</a:t>
                      </a:r>
                      <a:endParaRPr b="1" sz="11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0475" marB="30475" marR="49525" marL="49525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/>
                        <a:t>2025-02-26</a:t>
                      </a:r>
                      <a:endParaRPr sz="1400" u="none" cap="none" strike="noStrike"/>
                    </a:p>
                  </a:txBody>
                  <a:tcPr marT="30475" marB="30475" marR="49525" marL="49525">
                    <a:solidFill>
                      <a:schemeClr val="lt1"/>
                    </a:solidFill>
                  </a:tcPr>
                </a:tc>
              </a:tr>
              <a:tr h="3043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-US" sz="11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Screen Path</a:t>
                      </a:r>
                      <a:endParaRPr b="1" sz="11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0475" marB="30475" marR="49525" marL="49525">
                    <a:solidFill>
                      <a:schemeClr val="lt1"/>
                    </a:solidFill>
                  </a:tcPr>
                </a:tc>
                <a:tc gridSpan="7"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/</a:t>
                      </a:r>
                      <a:r>
                        <a:rPr lang="en-US" sz="1100"/>
                        <a:t>Authentication</a:t>
                      </a:r>
                      <a:r>
                        <a:rPr lang="en-US" sz="11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/</a:t>
                      </a:r>
                      <a:r>
                        <a:rPr lang="en-US" sz="1100"/>
                        <a:t>ark2014fm</a:t>
                      </a:r>
                      <a:r>
                        <a:rPr lang="en-US" sz="11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.xfdl</a:t>
                      </a:r>
                      <a:endParaRPr sz="11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0475" marB="30475" marR="49525" marL="49525">
                    <a:solidFill>
                      <a:schemeClr val="lt1"/>
                    </a:solidFill>
                  </a:tcPr>
                </a:tc>
                <a:tc hMerge="1"/>
                <a:tc hMerge="1"/>
                <a:tc hMerge="1"/>
                <a:tc hMerge="1"/>
                <a:tc hMerge="1"/>
                <a:tc hMerge="1"/>
              </a:tr>
            </a:tbl>
          </a:graphicData>
        </a:graphic>
      </p:graphicFrame>
      <p:graphicFrame>
        <p:nvGraphicFramePr>
          <p:cNvPr id="224" name="Google Shape;224;g2dcc25e684e_0_33"/>
          <p:cNvGraphicFramePr/>
          <p:nvPr/>
        </p:nvGraphicFramePr>
        <p:xfrm>
          <a:off x="6370010" y="162880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{42523571-8647-4EEF-BE47-7BDBFEA9375B}</a:tableStyleId>
              </a:tblPr>
              <a:tblGrid>
                <a:gridCol w="314150"/>
                <a:gridCol w="2917050"/>
              </a:tblGrid>
              <a:tr h="152400">
                <a:tc gridSpan="2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en-US" sz="12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Description</a:t>
                      </a:r>
                      <a:endParaRPr b="1" sz="12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0475" marB="30475" marR="49525" marL="49525">
                    <a:solidFill>
                      <a:srgbClr val="BFBFBF"/>
                    </a:solidFill>
                  </a:tcPr>
                </a:tc>
                <a:tc hMerge="1"/>
              </a:tr>
              <a:tr h="2960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2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0475" marB="30475" marR="49525" marL="49525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/>
                        <a:t>비밀번호 찾기 페이지입니다.</a:t>
                      </a:r>
                      <a:endParaRPr sz="12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0475" marB="30475" marR="49525" marL="49525" anchor="ctr"/>
                </a:tc>
              </a:tr>
              <a:tr h="2960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/>
                        <a:t>2</a:t>
                      </a:r>
                      <a:endParaRPr sz="1200"/>
                    </a:p>
                  </a:txBody>
                  <a:tcPr marT="30475" marB="30475" marR="49525" marL="49525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/>
                        <a:t>앞의 2자리는 **로 표시합니다.</a:t>
                      </a:r>
                      <a:endParaRPr sz="1200"/>
                    </a:p>
                  </a:txBody>
                  <a:tcPr marT="30475" marB="30475" marR="49525" marL="49525" anchor="ctr"/>
                </a:tc>
              </a:tr>
            </a:tbl>
          </a:graphicData>
        </a:graphic>
      </p:graphicFrame>
      <p:pic>
        <p:nvPicPr>
          <p:cNvPr id="225" name="Google Shape;225;g2dcc25e684e_0_3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8083" y="1772625"/>
            <a:ext cx="4719842" cy="46805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g325ad0caa2e_1_82"/>
          <p:cNvSpPr/>
          <p:nvPr/>
        </p:nvSpPr>
        <p:spPr>
          <a:xfrm>
            <a:off x="6969125" y="100013"/>
            <a:ext cx="2663700" cy="474600"/>
          </a:xfrm>
          <a:prstGeom prst="rect">
            <a:avLst/>
          </a:prstGeom>
          <a:noFill/>
          <a:ln>
            <a:noFill/>
          </a:ln>
        </p:spPr>
        <p:txBody>
          <a:bodyPr anchorCtr="0" anchor="t" bIns="55175" lIns="110350" spcFirstLastPara="1" rIns="110350" wrap="square" tIns="55175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Noto Sans Symbols"/>
              <a:buNone/>
            </a:pPr>
            <a:r>
              <a:t/>
            </a:r>
            <a:endParaRPr b="1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231" name="Google Shape;231;g325ad0caa2e_1_82"/>
          <p:cNvGraphicFramePr/>
          <p:nvPr/>
        </p:nvGraphicFramePr>
        <p:xfrm>
          <a:off x="304799" y="804054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{42523571-8647-4EEF-BE47-7BDBFEA9375B}</a:tableStyleId>
              </a:tblPr>
              <a:tblGrid>
                <a:gridCol w="939800"/>
                <a:gridCol w="1260150"/>
                <a:gridCol w="1033250"/>
                <a:gridCol w="1206350"/>
                <a:gridCol w="1117750"/>
                <a:gridCol w="1162050"/>
                <a:gridCol w="1162050"/>
                <a:gridCol w="1162050"/>
              </a:tblGrid>
              <a:tr h="3043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-US" sz="11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 Page Title</a:t>
                      </a:r>
                      <a:endParaRPr b="1" sz="11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0475" marB="30475" marR="49525" marL="49525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/>
                        <a:t>회원가입</a:t>
                      </a:r>
                      <a:endParaRPr sz="1400" u="none" cap="none" strike="noStrike"/>
                    </a:p>
                  </a:txBody>
                  <a:tcPr marT="30475" marB="30475" marR="49525" marL="49525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-US" sz="11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Screen ID</a:t>
                      </a:r>
                      <a:endParaRPr b="1" sz="11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0475" marB="30475" marR="49525" marL="49525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/>
                        <a:t>ark2020fm</a:t>
                      </a:r>
                      <a:r>
                        <a:rPr lang="en-US" sz="11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.xfdl</a:t>
                      </a:r>
                      <a:endParaRPr sz="11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0475" marB="30475" marR="49525" marL="49525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-US" sz="11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Author</a:t>
                      </a:r>
                      <a:endParaRPr b="1" sz="11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0475" marB="30475" marR="49525" marL="49525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/>
                        <a:t>김태훈</a:t>
                      </a:r>
                      <a:endParaRPr sz="11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0475" marB="30475" marR="49525" marL="49525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-US" sz="11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Date</a:t>
                      </a:r>
                      <a:endParaRPr b="1" sz="11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0475" marB="30475" marR="49525" marL="49525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/>
                        <a:t>2025-02-26</a:t>
                      </a:r>
                      <a:endParaRPr sz="1400" u="none" cap="none" strike="noStrike"/>
                    </a:p>
                  </a:txBody>
                  <a:tcPr marT="30475" marB="30475" marR="49525" marL="49525">
                    <a:solidFill>
                      <a:schemeClr val="lt1"/>
                    </a:solidFill>
                  </a:tcPr>
                </a:tc>
              </a:tr>
              <a:tr h="3043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-US" sz="11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Screen Path</a:t>
                      </a:r>
                      <a:endParaRPr b="1" sz="11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0475" marB="30475" marR="49525" marL="49525">
                    <a:solidFill>
                      <a:schemeClr val="lt1"/>
                    </a:solidFill>
                  </a:tcPr>
                </a:tc>
                <a:tc gridSpan="7"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/</a:t>
                      </a:r>
                      <a:r>
                        <a:rPr lang="en-US" sz="1100"/>
                        <a:t>Authentication</a:t>
                      </a:r>
                      <a:r>
                        <a:rPr lang="en-US" sz="11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/</a:t>
                      </a:r>
                      <a:r>
                        <a:rPr lang="en-US" sz="1100"/>
                        <a:t>ark2020fm</a:t>
                      </a:r>
                      <a:r>
                        <a:rPr lang="en-US" sz="11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.xfdl</a:t>
                      </a:r>
                      <a:endParaRPr sz="11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0475" marB="30475" marR="49525" marL="49525">
                    <a:solidFill>
                      <a:schemeClr val="lt1"/>
                    </a:solidFill>
                  </a:tcPr>
                </a:tc>
                <a:tc hMerge="1"/>
                <a:tc hMerge="1"/>
                <a:tc hMerge="1"/>
                <a:tc hMerge="1"/>
                <a:tc hMerge="1"/>
                <a:tc hMerge="1"/>
              </a:tr>
            </a:tbl>
          </a:graphicData>
        </a:graphic>
      </p:graphicFrame>
      <p:graphicFrame>
        <p:nvGraphicFramePr>
          <p:cNvPr id="232" name="Google Shape;232;g325ad0caa2e_1_82"/>
          <p:cNvGraphicFramePr/>
          <p:nvPr/>
        </p:nvGraphicFramePr>
        <p:xfrm>
          <a:off x="6370010" y="162880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{42523571-8647-4EEF-BE47-7BDBFEA9375B}</a:tableStyleId>
              </a:tblPr>
              <a:tblGrid>
                <a:gridCol w="314150"/>
                <a:gridCol w="2917050"/>
              </a:tblGrid>
              <a:tr h="152400">
                <a:tc gridSpan="2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en-US" sz="12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Description</a:t>
                      </a:r>
                      <a:endParaRPr b="1" sz="12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0475" marB="30475" marR="49525" marL="49525">
                    <a:solidFill>
                      <a:srgbClr val="BFBFBF"/>
                    </a:solidFill>
                  </a:tcPr>
                </a:tc>
                <a:tc hMerge="1"/>
              </a:tr>
              <a:tr h="2960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2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0475" marB="30475" marR="49525" marL="49525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/>
                        <a:t>회원가입 화면입니다.</a:t>
                      </a:r>
                      <a:endParaRPr sz="12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0475" marB="30475" marR="49525" marL="49525" anchor="ctr"/>
                </a:tc>
              </a:tr>
              <a:tr h="1693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</a:t>
                      </a:r>
                      <a:endParaRPr sz="12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0475" marB="30475" marR="49525" marL="49525" anchor="ctr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프로필 이미지 업로드 기능이 있습니다.</a:t>
                      </a:r>
                      <a:endParaRPr/>
                    </a:p>
                  </a:txBody>
                  <a:tcPr marT="30475" marB="30475" marR="49525" marL="49525" anchor="ctr"/>
                </a:tc>
              </a:tr>
            </a:tbl>
          </a:graphicData>
        </a:graphic>
      </p:graphicFrame>
      <p:pic>
        <p:nvPicPr>
          <p:cNvPr id="233" name="Google Shape;233;g325ad0caa2e_1_8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73050" y="1546829"/>
            <a:ext cx="6065211" cy="320079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7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g2dcc25e684e_0_42"/>
          <p:cNvSpPr/>
          <p:nvPr/>
        </p:nvSpPr>
        <p:spPr>
          <a:xfrm>
            <a:off x="6969125" y="100013"/>
            <a:ext cx="2663700" cy="474600"/>
          </a:xfrm>
          <a:prstGeom prst="rect">
            <a:avLst/>
          </a:prstGeom>
          <a:noFill/>
          <a:ln>
            <a:noFill/>
          </a:ln>
        </p:spPr>
        <p:txBody>
          <a:bodyPr anchorCtr="0" anchor="t" bIns="55175" lIns="110350" spcFirstLastPara="1" rIns="110350" wrap="square" tIns="55175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Noto Sans Symbols"/>
              <a:buNone/>
            </a:pPr>
            <a:r>
              <a:t/>
            </a:r>
            <a:endParaRPr b="1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239" name="Google Shape;239;g2dcc25e684e_0_42"/>
          <p:cNvGraphicFramePr/>
          <p:nvPr/>
        </p:nvGraphicFramePr>
        <p:xfrm>
          <a:off x="304799" y="804054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{42523571-8647-4EEF-BE47-7BDBFEA9375B}</a:tableStyleId>
              </a:tblPr>
              <a:tblGrid>
                <a:gridCol w="939800"/>
                <a:gridCol w="1260150"/>
                <a:gridCol w="1033250"/>
                <a:gridCol w="1206350"/>
                <a:gridCol w="1117750"/>
                <a:gridCol w="1162050"/>
                <a:gridCol w="1162050"/>
                <a:gridCol w="1162050"/>
              </a:tblGrid>
              <a:tr h="3043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-US" sz="11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 Page Title</a:t>
                      </a:r>
                      <a:endParaRPr b="1" sz="11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0475" marB="30475" marR="49525" marL="49525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/>
                        <a:t>유저 프로필</a:t>
                      </a:r>
                      <a:endParaRPr sz="1400" u="none" cap="none" strike="noStrike"/>
                    </a:p>
                  </a:txBody>
                  <a:tcPr marT="30475" marB="30475" marR="49525" marL="49525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-US" sz="11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Screen ID</a:t>
                      </a:r>
                      <a:endParaRPr b="1" sz="11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0475" marB="30475" marR="49525" marL="49525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/>
                        <a:t>ark2030fm</a:t>
                      </a:r>
                      <a:r>
                        <a:rPr lang="en-US" sz="11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.xfdl</a:t>
                      </a:r>
                      <a:endParaRPr sz="11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0475" marB="30475" marR="49525" marL="49525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-US" sz="11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Author</a:t>
                      </a:r>
                      <a:endParaRPr b="1" sz="11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0475" marB="30475" marR="49525" marL="49525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/>
                        <a:t>김태훈</a:t>
                      </a:r>
                      <a:endParaRPr sz="11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0475" marB="30475" marR="49525" marL="49525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-US" sz="11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Date</a:t>
                      </a:r>
                      <a:endParaRPr b="1" sz="11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0475" marB="30475" marR="49525" marL="49525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/>
                        <a:t>2025-02-26</a:t>
                      </a:r>
                      <a:endParaRPr sz="1400" u="none" cap="none" strike="noStrike"/>
                    </a:p>
                  </a:txBody>
                  <a:tcPr marT="30475" marB="30475" marR="49525" marL="49525">
                    <a:solidFill>
                      <a:schemeClr val="lt1"/>
                    </a:solidFill>
                  </a:tcPr>
                </a:tc>
              </a:tr>
              <a:tr h="3043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-US" sz="11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Screen Path</a:t>
                      </a:r>
                      <a:endParaRPr b="1" sz="11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0475" marB="30475" marR="49525" marL="49525">
                    <a:solidFill>
                      <a:schemeClr val="lt1"/>
                    </a:solidFill>
                  </a:tcPr>
                </a:tc>
                <a:tc gridSpan="7"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/</a:t>
                      </a:r>
                      <a:r>
                        <a:rPr lang="en-US" sz="1100"/>
                        <a:t>Authentication</a:t>
                      </a:r>
                      <a:r>
                        <a:rPr lang="en-US" sz="11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/</a:t>
                      </a:r>
                      <a:r>
                        <a:rPr lang="en-US" sz="1100"/>
                        <a:t>ark2030fm</a:t>
                      </a:r>
                      <a:r>
                        <a:rPr lang="en-US" sz="11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.xfdl</a:t>
                      </a:r>
                      <a:endParaRPr sz="11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0475" marB="30475" marR="49525" marL="49525">
                    <a:solidFill>
                      <a:schemeClr val="lt1"/>
                    </a:solidFill>
                  </a:tcPr>
                </a:tc>
                <a:tc hMerge="1"/>
                <a:tc hMerge="1"/>
                <a:tc hMerge="1"/>
                <a:tc hMerge="1"/>
                <a:tc hMerge="1"/>
                <a:tc hMerge="1"/>
              </a:tr>
            </a:tbl>
          </a:graphicData>
        </a:graphic>
      </p:graphicFrame>
      <p:graphicFrame>
        <p:nvGraphicFramePr>
          <p:cNvPr id="240" name="Google Shape;240;g2dcc25e684e_0_42"/>
          <p:cNvGraphicFramePr/>
          <p:nvPr/>
        </p:nvGraphicFramePr>
        <p:xfrm>
          <a:off x="6370010" y="162880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{42523571-8647-4EEF-BE47-7BDBFEA9375B}</a:tableStyleId>
              </a:tblPr>
              <a:tblGrid>
                <a:gridCol w="314150"/>
                <a:gridCol w="2917050"/>
              </a:tblGrid>
              <a:tr h="152400">
                <a:tc gridSpan="2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en-US" sz="12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Description</a:t>
                      </a:r>
                      <a:endParaRPr b="1" sz="12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0475" marB="30475" marR="49525" marL="49525">
                    <a:solidFill>
                      <a:srgbClr val="BFBFBF"/>
                    </a:solidFill>
                  </a:tcPr>
                </a:tc>
                <a:tc hMerge="1"/>
              </a:tr>
              <a:tr h="2960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2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0475" marB="30475" marR="49525" marL="49525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/>
                        <a:t>유저 프로필 화면입니다.</a:t>
                      </a:r>
                      <a:endParaRPr sz="12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0475" marB="30475" marR="49525" marL="49525" anchor="ctr"/>
                </a:tc>
              </a:tr>
              <a:tr h="1693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</a:t>
                      </a:r>
                      <a:endParaRPr sz="12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0475" marB="30475" marR="49525" marL="49525" anchor="ctr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자신의 회원 정보를 수정할 수 있습니다.</a:t>
                      </a:r>
                      <a:endParaRPr/>
                    </a:p>
                  </a:txBody>
                  <a:tcPr marT="30475" marB="30475" marR="49525" marL="49525" anchor="ctr"/>
                </a:tc>
              </a:tr>
              <a:tr h="1693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/>
                        <a:t>3</a:t>
                      </a:r>
                      <a:endParaRPr sz="12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0475" marB="30475" marR="49525" marL="49525" anchor="ctr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좌측 버튼을 통해 자신의 예약 정보를 조회할 수 있습니다.</a:t>
                      </a:r>
                      <a:endParaRPr/>
                    </a:p>
                  </a:txBody>
                  <a:tcPr marT="30475" marB="30475" marR="49525" marL="49525" anchor="ctr"/>
                </a:tc>
              </a:tr>
            </a:tbl>
          </a:graphicData>
        </a:graphic>
      </p:graphicFrame>
      <p:pic>
        <p:nvPicPr>
          <p:cNvPr id="241" name="Google Shape;241;g2dcc25e684e_0_4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65100" y="1628800"/>
            <a:ext cx="6204900" cy="297318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5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g2dcc25e684e_0_59"/>
          <p:cNvSpPr/>
          <p:nvPr/>
        </p:nvSpPr>
        <p:spPr>
          <a:xfrm>
            <a:off x="6969125" y="100013"/>
            <a:ext cx="2663700" cy="474600"/>
          </a:xfrm>
          <a:prstGeom prst="rect">
            <a:avLst/>
          </a:prstGeom>
          <a:noFill/>
          <a:ln>
            <a:noFill/>
          </a:ln>
        </p:spPr>
        <p:txBody>
          <a:bodyPr anchorCtr="0" anchor="t" bIns="55175" lIns="110350" spcFirstLastPara="1" rIns="110350" wrap="square" tIns="55175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Noto Sans Symbols"/>
              <a:buNone/>
            </a:pPr>
            <a:r>
              <a:t/>
            </a:r>
            <a:endParaRPr b="1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247" name="Google Shape;247;g2dcc25e684e_0_59"/>
          <p:cNvGraphicFramePr/>
          <p:nvPr/>
        </p:nvGraphicFramePr>
        <p:xfrm>
          <a:off x="304799" y="804054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{42523571-8647-4EEF-BE47-7BDBFEA9375B}</a:tableStyleId>
              </a:tblPr>
              <a:tblGrid>
                <a:gridCol w="939800"/>
                <a:gridCol w="1260150"/>
                <a:gridCol w="1033250"/>
                <a:gridCol w="1206350"/>
                <a:gridCol w="1117750"/>
                <a:gridCol w="1162050"/>
                <a:gridCol w="1162050"/>
                <a:gridCol w="1162050"/>
              </a:tblGrid>
              <a:tr h="3043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-US" sz="11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 Page Title</a:t>
                      </a:r>
                      <a:endParaRPr b="1" sz="11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0475" marB="30475" marR="49525" marL="49525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/>
                        <a:t>나의 가게 예약확인</a:t>
                      </a:r>
                      <a:endParaRPr sz="1400" u="none" cap="none" strike="noStrike"/>
                    </a:p>
                  </a:txBody>
                  <a:tcPr marT="30475" marB="30475" marR="49525" marL="49525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-US" sz="11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Screen ID</a:t>
                      </a:r>
                      <a:endParaRPr b="1" sz="11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0475" marB="30475" marR="49525" marL="49525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/>
                        <a:t>ark2031fm</a:t>
                      </a:r>
                      <a:r>
                        <a:rPr lang="en-US" sz="11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.xfdl</a:t>
                      </a:r>
                      <a:endParaRPr sz="11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0475" marB="30475" marR="49525" marL="49525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-US" sz="11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Author</a:t>
                      </a:r>
                      <a:endParaRPr b="1" sz="11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0475" marB="30475" marR="49525" marL="49525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/>
                        <a:t>김태훈</a:t>
                      </a:r>
                      <a:endParaRPr sz="11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0475" marB="30475" marR="49525" marL="49525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-US" sz="11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Date</a:t>
                      </a:r>
                      <a:endParaRPr b="1" sz="11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0475" marB="30475" marR="49525" marL="49525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/>
                        <a:t>2025-02-26</a:t>
                      </a:r>
                      <a:endParaRPr sz="1400" u="none" cap="none" strike="noStrike"/>
                    </a:p>
                  </a:txBody>
                  <a:tcPr marT="30475" marB="30475" marR="49525" marL="49525">
                    <a:solidFill>
                      <a:schemeClr val="lt1"/>
                    </a:solidFill>
                  </a:tcPr>
                </a:tc>
              </a:tr>
              <a:tr h="3043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-US" sz="11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Screen Path</a:t>
                      </a:r>
                      <a:endParaRPr b="1" sz="11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0475" marB="30475" marR="49525" marL="49525">
                    <a:solidFill>
                      <a:schemeClr val="lt1"/>
                    </a:solidFill>
                  </a:tcPr>
                </a:tc>
                <a:tc gridSpan="7"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/</a:t>
                      </a:r>
                      <a:r>
                        <a:rPr lang="en-US" sz="1100"/>
                        <a:t>Authentication</a:t>
                      </a:r>
                      <a:r>
                        <a:rPr lang="en-US" sz="11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/</a:t>
                      </a:r>
                      <a:r>
                        <a:rPr lang="en-US" sz="1100"/>
                        <a:t>ark2031fm</a:t>
                      </a:r>
                      <a:r>
                        <a:rPr lang="en-US" sz="11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.xfdl</a:t>
                      </a:r>
                      <a:endParaRPr sz="11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0475" marB="30475" marR="49525" marL="49525">
                    <a:solidFill>
                      <a:schemeClr val="lt1"/>
                    </a:solidFill>
                  </a:tcPr>
                </a:tc>
                <a:tc hMerge="1"/>
                <a:tc hMerge="1"/>
                <a:tc hMerge="1"/>
                <a:tc hMerge="1"/>
                <a:tc hMerge="1"/>
                <a:tc hMerge="1"/>
              </a:tr>
            </a:tbl>
          </a:graphicData>
        </a:graphic>
      </p:graphicFrame>
      <p:graphicFrame>
        <p:nvGraphicFramePr>
          <p:cNvPr id="248" name="Google Shape;248;g2dcc25e684e_0_59"/>
          <p:cNvGraphicFramePr/>
          <p:nvPr/>
        </p:nvGraphicFramePr>
        <p:xfrm>
          <a:off x="6370010" y="162880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{42523571-8647-4EEF-BE47-7BDBFEA9375B}</a:tableStyleId>
              </a:tblPr>
              <a:tblGrid>
                <a:gridCol w="314150"/>
                <a:gridCol w="2917050"/>
              </a:tblGrid>
              <a:tr h="152400">
                <a:tc gridSpan="2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en-US" sz="12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Description</a:t>
                      </a:r>
                      <a:endParaRPr b="1" sz="12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0475" marB="30475" marR="49525" marL="49525">
                    <a:solidFill>
                      <a:srgbClr val="BFBFBF"/>
                    </a:solidFill>
                  </a:tcPr>
                </a:tc>
                <a:tc hMerge="1"/>
              </a:tr>
              <a:tr h="2960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2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0475" marB="30475" marR="49525" marL="49525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/>
                        <a:t>자신의 가게에 들어온 예약 정보를 확인할 수 있습니다.</a:t>
                      </a:r>
                      <a:endParaRPr sz="12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0475" marB="30475" marR="49525" marL="49525" anchor="ctr"/>
                </a:tc>
              </a:tr>
              <a:tr h="1693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</a:t>
                      </a:r>
                      <a:endParaRPr sz="12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0475" marB="30475" marR="49525" marL="49525" anchor="ctr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자신의 회원 정보를 수정할 수 있습니다.</a:t>
                      </a:r>
                      <a:endParaRPr/>
                    </a:p>
                  </a:txBody>
                  <a:tcPr marT="30475" marB="30475" marR="49525" marL="49525" anchor="ctr"/>
                </a:tc>
              </a:tr>
              <a:tr h="1693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/>
                        <a:t>3</a:t>
                      </a:r>
                      <a:endParaRPr sz="12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0475" marB="30475" marR="49525" marL="49525" anchor="ctr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좌측 버튼을 통해 자신의 예약 정보를 조회할 수 있습니다.</a:t>
                      </a:r>
                      <a:endParaRPr/>
                    </a:p>
                  </a:txBody>
                  <a:tcPr marT="30475" marB="30475" marR="49525" marL="49525" anchor="ctr"/>
                </a:tc>
              </a:tr>
            </a:tbl>
          </a:graphicData>
        </a:graphic>
      </p:graphicFrame>
      <p:pic>
        <p:nvPicPr>
          <p:cNvPr id="249" name="Google Shape;249;g2dcc25e684e_0_5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65100" y="1628800"/>
            <a:ext cx="6134102" cy="29529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3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g2dcc25e684e_0_50"/>
          <p:cNvSpPr/>
          <p:nvPr/>
        </p:nvSpPr>
        <p:spPr>
          <a:xfrm>
            <a:off x="6969125" y="100013"/>
            <a:ext cx="2663700" cy="474600"/>
          </a:xfrm>
          <a:prstGeom prst="rect">
            <a:avLst/>
          </a:prstGeom>
          <a:noFill/>
          <a:ln>
            <a:noFill/>
          </a:ln>
        </p:spPr>
        <p:txBody>
          <a:bodyPr anchorCtr="0" anchor="t" bIns="55175" lIns="110350" spcFirstLastPara="1" rIns="110350" wrap="square" tIns="55175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Noto Sans Symbols"/>
              <a:buNone/>
            </a:pPr>
            <a:r>
              <a:t/>
            </a:r>
            <a:endParaRPr b="1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255" name="Google Shape;255;g2dcc25e684e_0_50"/>
          <p:cNvGraphicFramePr/>
          <p:nvPr/>
        </p:nvGraphicFramePr>
        <p:xfrm>
          <a:off x="304799" y="804054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{42523571-8647-4EEF-BE47-7BDBFEA9375B}</a:tableStyleId>
              </a:tblPr>
              <a:tblGrid>
                <a:gridCol w="939800"/>
                <a:gridCol w="1260150"/>
                <a:gridCol w="1033250"/>
                <a:gridCol w="1206350"/>
                <a:gridCol w="1117750"/>
                <a:gridCol w="1162050"/>
                <a:gridCol w="1162050"/>
                <a:gridCol w="1162050"/>
              </a:tblGrid>
              <a:tr h="3043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-US" sz="11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 Page Title</a:t>
                      </a:r>
                      <a:endParaRPr b="1" sz="11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0475" marB="30475" marR="49525" marL="49525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/>
                        <a:t>나의 예약 정보</a:t>
                      </a:r>
                      <a:endParaRPr sz="1400" u="none" cap="none" strike="noStrike"/>
                    </a:p>
                  </a:txBody>
                  <a:tcPr marT="30475" marB="30475" marR="49525" marL="49525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-US" sz="11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Screen ID</a:t>
                      </a:r>
                      <a:endParaRPr b="1" sz="11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0475" marB="30475" marR="49525" marL="49525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/>
                        <a:t>ark2032fm</a:t>
                      </a:r>
                      <a:r>
                        <a:rPr lang="en-US" sz="11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.xfdl</a:t>
                      </a:r>
                      <a:endParaRPr sz="11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0475" marB="30475" marR="49525" marL="49525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-US" sz="11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Author</a:t>
                      </a:r>
                      <a:endParaRPr b="1" sz="11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0475" marB="30475" marR="49525" marL="49525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/>
                        <a:t>김태훈</a:t>
                      </a:r>
                      <a:endParaRPr sz="11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0475" marB="30475" marR="49525" marL="49525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-US" sz="11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Date</a:t>
                      </a:r>
                      <a:endParaRPr b="1" sz="11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0475" marB="30475" marR="49525" marL="49525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/>
                        <a:t>2025-02-26</a:t>
                      </a:r>
                      <a:endParaRPr sz="1400" u="none" cap="none" strike="noStrike"/>
                    </a:p>
                  </a:txBody>
                  <a:tcPr marT="30475" marB="30475" marR="49525" marL="49525">
                    <a:solidFill>
                      <a:schemeClr val="lt1"/>
                    </a:solidFill>
                  </a:tcPr>
                </a:tc>
              </a:tr>
              <a:tr h="3043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-US" sz="11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Screen Path</a:t>
                      </a:r>
                      <a:endParaRPr b="1" sz="11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0475" marB="30475" marR="49525" marL="49525">
                    <a:solidFill>
                      <a:schemeClr val="lt1"/>
                    </a:solidFill>
                  </a:tcPr>
                </a:tc>
                <a:tc gridSpan="7"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/</a:t>
                      </a:r>
                      <a:r>
                        <a:rPr lang="en-US" sz="1100"/>
                        <a:t>Authentication</a:t>
                      </a:r>
                      <a:r>
                        <a:rPr lang="en-US" sz="11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/</a:t>
                      </a:r>
                      <a:r>
                        <a:rPr lang="en-US" sz="1100"/>
                        <a:t>ark2032fm</a:t>
                      </a:r>
                      <a:r>
                        <a:rPr lang="en-US" sz="11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.xfdl</a:t>
                      </a:r>
                      <a:endParaRPr sz="11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0475" marB="30475" marR="49525" marL="49525">
                    <a:solidFill>
                      <a:schemeClr val="lt1"/>
                    </a:solidFill>
                  </a:tcPr>
                </a:tc>
                <a:tc hMerge="1"/>
                <a:tc hMerge="1"/>
                <a:tc hMerge="1"/>
                <a:tc hMerge="1"/>
                <a:tc hMerge="1"/>
                <a:tc hMerge="1"/>
              </a:tr>
            </a:tbl>
          </a:graphicData>
        </a:graphic>
      </p:graphicFrame>
      <p:graphicFrame>
        <p:nvGraphicFramePr>
          <p:cNvPr id="256" name="Google Shape;256;g2dcc25e684e_0_50"/>
          <p:cNvGraphicFramePr/>
          <p:nvPr/>
        </p:nvGraphicFramePr>
        <p:xfrm>
          <a:off x="6370010" y="162880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{42523571-8647-4EEF-BE47-7BDBFEA9375B}</a:tableStyleId>
              </a:tblPr>
              <a:tblGrid>
                <a:gridCol w="314150"/>
                <a:gridCol w="2917050"/>
              </a:tblGrid>
              <a:tr h="152400">
                <a:tc gridSpan="2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en-US" sz="12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Description</a:t>
                      </a:r>
                      <a:endParaRPr b="1" sz="12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0475" marB="30475" marR="49525" marL="49525">
                    <a:solidFill>
                      <a:srgbClr val="BFBFBF"/>
                    </a:solidFill>
                  </a:tcPr>
                </a:tc>
                <a:tc hMerge="1"/>
              </a:tr>
              <a:tr h="2960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2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0475" marB="30475" marR="49525" marL="49525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/>
                        <a:t>좌측에는 자신이 예약을 걸어두고 대기중인 가게의 목록이 나옵니다.</a:t>
                      </a:r>
                      <a:endParaRPr sz="12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0475" marB="30475" marR="49525" marL="49525" anchor="ctr"/>
                </a:tc>
              </a:tr>
              <a:tr h="5426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</a:t>
                      </a:r>
                      <a:endParaRPr sz="12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0475" marB="30475" marR="49525" marL="49525" anchor="ctr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우측에는 가게 주인이 승인하여 예약이 승인된 목록이 표시됩니다.</a:t>
                      </a:r>
                      <a:endParaRPr/>
                    </a:p>
                  </a:txBody>
                  <a:tcPr marT="30475" marB="30475" marR="49525" marL="49525" anchor="ctr"/>
                </a:tc>
              </a:tr>
            </a:tbl>
          </a:graphicData>
        </a:graphic>
      </p:graphicFrame>
      <p:pic>
        <p:nvPicPr>
          <p:cNvPr id="257" name="Google Shape;257;g2dcc25e684e_0_5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31825" y="1628800"/>
            <a:ext cx="5590074" cy="28499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g325ad0caa2e_1_90"/>
          <p:cNvSpPr/>
          <p:nvPr/>
        </p:nvSpPr>
        <p:spPr>
          <a:xfrm>
            <a:off x="6969125" y="100013"/>
            <a:ext cx="2663700" cy="474600"/>
          </a:xfrm>
          <a:prstGeom prst="rect">
            <a:avLst/>
          </a:prstGeom>
          <a:noFill/>
          <a:ln>
            <a:noFill/>
          </a:ln>
        </p:spPr>
        <p:txBody>
          <a:bodyPr anchorCtr="0" anchor="t" bIns="55175" lIns="110350" spcFirstLastPara="1" rIns="110350" wrap="square" tIns="55175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Noto Sans Symbols"/>
              <a:buNone/>
            </a:pPr>
            <a:r>
              <a:t/>
            </a:r>
            <a:endParaRPr b="1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263" name="Google Shape;263;g325ad0caa2e_1_90"/>
          <p:cNvGraphicFramePr/>
          <p:nvPr/>
        </p:nvGraphicFramePr>
        <p:xfrm>
          <a:off x="304799" y="804054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{42523571-8647-4EEF-BE47-7BDBFEA9375B}</a:tableStyleId>
              </a:tblPr>
              <a:tblGrid>
                <a:gridCol w="939800"/>
                <a:gridCol w="1260150"/>
                <a:gridCol w="1033250"/>
                <a:gridCol w="1206350"/>
                <a:gridCol w="1117750"/>
                <a:gridCol w="1162050"/>
                <a:gridCol w="1162050"/>
                <a:gridCol w="1162050"/>
              </a:tblGrid>
              <a:tr h="3043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-US" sz="11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 Page Title</a:t>
                      </a:r>
                      <a:endParaRPr b="1" sz="11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0475" marB="30475" marR="49525" marL="49525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/>
                        <a:t>가게 관리</a:t>
                      </a:r>
                      <a:endParaRPr sz="1100"/>
                    </a:p>
                  </a:txBody>
                  <a:tcPr marT="30475" marB="30475" marR="49525" marL="49525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-US" sz="11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Screen ID</a:t>
                      </a:r>
                      <a:endParaRPr b="1" sz="11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0475" marB="30475" marR="49525" marL="49525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/>
                        <a:t>ark3010fm</a:t>
                      </a:r>
                      <a:r>
                        <a:rPr lang="en-US" sz="11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.xfdl</a:t>
                      </a:r>
                      <a:endParaRPr sz="11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0475" marB="30475" marR="49525" marL="49525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-US" sz="11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Author</a:t>
                      </a:r>
                      <a:endParaRPr b="1" sz="11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0475" marB="30475" marR="49525" marL="49525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/>
                        <a:t>김태훈</a:t>
                      </a:r>
                      <a:endParaRPr sz="11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0475" marB="30475" marR="49525" marL="49525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-US" sz="11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Date</a:t>
                      </a:r>
                      <a:endParaRPr b="1" sz="11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0475" marB="30475" marR="49525" marL="49525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/>
                        <a:t>2025-02-26</a:t>
                      </a:r>
                      <a:endParaRPr sz="1400" u="none" cap="none" strike="noStrike"/>
                    </a:p>
                  </a:txBody>
                  <a:tcPr marT="30475" marB="30475" marR="49525" marL="49525">
                    <a:solidFill>
                      <a:schemeClr val="lt1"/>
                    </a:solidFill>
                  </a:tcPr>
                </a:tc>
              </a:tr>
              <a:tr h="3043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-US" sz="11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Screen Path</a:t>
                      </a:r>
                      <a:endParaRPr b="1" sz="11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0475" marB="30475" marR="49525" marL="49525">
                    <a:solidFill>
                      <a:schemeClr val="lt1"/>
                    </a:solidFill>
                  </a:tcPr>
                </a:tc>
                <a:tc gridSpan="7"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/</a:t>
                      </a:r>
                      <a:r>
                        <a:rPr lang="en-US" sz="1100"/>
                        <a:t>Admin</a:t>
                      </a:r>
                      <a:r>
                        <a:rPr lang="en-US" sz="11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/</a:t>
                      </a:r>
                      <a:r>
                        <a:rPr lang="en-US" sz="1100"/>
                        <a:t>ark3010fm</a:t>
                      </a:r>
                      <a:r>
                        <a:rPr lang="en-US" sz="11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.xfdl</a:t>
                      </a:r>
                      <a:endParaRPr sz="11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0475" marB="30475" marR="49525" marL="49525">
                    <a:solidFill>
                      <a:schemeClr val="lt1"/>
                    </a:solidFill>
                  </a:tcPr>
                </a:tc>
                <a:tc hMerge="1"/>
                <a:tc hMerge="1"/>
                <a:tc hMerge="1"/>
                <a:tc hMerge="1"/>
                <a:tc hMerge="1"/>
                <a:tc hMerge="1"/>
              </a:tr>
            </a:tbl>
          </a:graphicData>
        </a:graphic>
      </p:graphicFrame>
      <p:graphicFrame>
        <p:nvGraphicFramePr>
          <p:cNvPr id="264" name="Google Shape;264;g325ad0caa2e_1_90"/>
          <p:cNvGraphicFramePr/>
          <p:nvPr/>
        </p:nvGraphicFramePr>
        <p:xfrm>
          <a:off x="6370010" y="162880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{42523571-8647-4EEF-BE47-7BDBFEA9375B}</a:tableStyleId>
              </a:tblPr>
              <a:tblGrid>
                <a:gridCol w="314150"/>
                <a:gridCol w="2917050"/>
              </a:tblGrid>
              <a:tr h="152400">
                <a:tc gridSpan="2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en-US" sz="12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Description</a:t>
                      </a:r>
                      <a:endParaRPr b="1" sz="12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0475" marB="30475" marR="49525" marL="49525">
                    <a:solidFill>
                      <a:srgbClr val="BFBFBF"/>
                    </a:solidFill>
                  </a:tcPr>
                </a:tc>
                <a:tc hMerge="1"/>
              </a:tr>
              <a:tr h="2960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2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0475" marB="30475" marR="49525" marL="49525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/>
                        <a:t>가게 정보를 관리합니다.</a:t>
                      </a:r>
                      <a:endParaRPr sz="12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0475" marB="30475" marR="49525" marL="49525" anchor="ctr"/>
                </a:tc>
              </a:tr>
              <a:tr h="2960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/>
                        <a:t>2</a:t>
                      </a:r>
                      <a:endParaRPr sz="12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0475" marB="30475" marR="49525" marL="49525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/>
                        <a:t>페이징 시스템을 사용합니다.</a:t>
                      </a:r>
                      <a:endParaRPr sz="1200"/>
                    </a:p>
                  </a:txBody>
                  <a:tcPr marT="30475" marB="30475" marR="49525" marL="49525" anchor="ctr"/>
                </a:tc>
              </a:tr>
            </a:tbl>
          </a:graphicData>
        </a:graphic>
      </p:graphicFrame>
      <p:pic>
        <p:nvPicPr>
          <p:cNvPr id="265" name="Google Shape;265;g325ad0caa2e_1_90"/>
          <p:cNvPicPr preferRelativeResize="0"/>
          <p:nvPr/>
        </p:nvPicPr>
        <p:blipFill rotWithShape="1">
          <a:blip r:embed="rId3">
            <a:alphaModFix/>
          </a:blip>
          <a:srcRect b="36289" l="0" r="0" t="0"/>
          <a:stretch/>
        </p:blipFill>
        <p:spPr>
          <a:xfrm>
            <a:off x="-41662" y="2797325"/>
            <a:ext cx="9989325" cy="3144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9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g325ad0caa2e_1_98"/>
          <p:cNvSpPr/>
          <p:nvPr/>
        </p:nvSpPr>
        <p:spPr>
          <a:xfrm>
            <a:off x="6969125" y="100013"/>
            <a:ext cx="2663700" cy="474600"/>
          </a:xfrm>
          <a:prstGeom prst="rect">
            <a:avLst/>
          </a:prstGeom>
          <a:noFill/>
          <a:ln>
            <a:noFill/>
          </a:ln>
        </p:spPr>
        <p:txBody>
          <a:bodyPr anchorCtr="0" anchor="t" bIns="55175" lIns="110350" spcFirstLastPara="1" rIns="110350" wrap="square" tIns="55175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Noto Sans Symbols"/>
              <a:buNone/>
            </a:pPr>
            <a:r>
              <a:t/>
            </a:r>
            <a:endParaRPr b="1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271" name="Google Shape;271;g325ad0caa2e_1_98"/>
          <p:cNvGraphicFramePr/>
          <p:nvPr/>
        </p:nvGraphicFramePr>
        <p:xfrm>
          <a:off x="304799" y="804054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{42523571-8647-4EEF-BE47-7BDBFEA9375B}</a:tableStyleId>
              </a:tblPr>
              <a:tblGrid>
                <a:gridCol w="939800"/>
                <a:gridCol w="1260150"/>
                <a:gridCol w="1033250"/>
                <a:gridCol w="1206350"/>
                <a:gridCol w="1117750"/>
                <a:gridCol w="1162050"/>
                <a:gridCol w="1162050"/>
                <a:gridCol w="1162050"/>
              </a:tblGrid>
              <a:tr h="3043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-US" sz="11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 Page Title</a:t>
                      </a:r>
                      <a:endParaRPr b="1" sz="11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0475" marB="30475" marR="49525" marL="49525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/>
                        <a:t>회원관리</a:t>
                      </a:r>
                      <a:endParaRPr sz="1400" u="none" cap="none" strike="noStrike"/>
                    </a:p>
                  </a:txBody>
                  <a:tcPr marT="30475" marB="30475" marR="49525" marL="49525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-US" sz="11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Screen ID</a:t>
                      </a:r>
                      <a:endParaRPr b="1" sz="11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0475" marB="30475" marR="49525" marL="49525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/>
                        <a:t>ark3020fm</a:t>
                      </a:r>
                      <a:r>
                        <a:rPr lang="en-US" sz="11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.xfdl</a:t>
                      </a:r>
                      <a:endParaRPr sz="11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0475" marB="30475" marR="49525" marL="49525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-US" sz="11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Author</a:t>
                      </a:r>
                      <a:endParaRPr b="1" sz="11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0475" marB="30475" marR="49525" marL="49525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/>
                        <a:t>김태훈</a:t>
                      </a:r>
                      <a:endParaRPr sz="11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0475" marB="30475" marR="49525" marL="49525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-US" sz="11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Date</a:t>
                      </a:r>
                      <a:endParaRPr b="1" sz="11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0475" marB="30475" marR="49525" marL="49525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/>
                        <a:t>2025-02-26</a:t>
                      </a:r>
                      <a:endParaRPr sz="1400" u="none" cap="none" strike="noStrike"/>
                    </a:p>
                  </a:txBody>
                  <a:tcPr marT="30475" marB="30475" marR="49525" marL="49525">
                    <a:solidFill>
                      <a:schemeClr val="lt1"/>
                    </a:solidFill>
                  </a:tcPr>
                </a:tc>
              </a:tr>
              <a:tr h="3043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-US" sz="11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Screen Path</a:t>
                      </a:r>
                      <a:endParaRPr b="1" sz="11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0475" marB="30475" marR="49525" marL="49525">
                    <a:solidFill>
                      <a:schemeClr val="lt1"/>
                    </a:solidFill>
                  </a:tcPr>
                </a:tc>
                <a:tc gridSpan="7"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/</a:t>
                      </a:r>
                      <a:r>
                        <a:rPr lang="en-US" sz="1100"/>
                        <a:t>Admin</a:t>
                      </a:r>
                      <a:r>
                        <a:rPr lang="en-US" sz="11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/</a:t>
                      </a:r>
                      <a:r>
                        <a:rPr lang="en-US" sz="1100"/>
                        <a:t>ark3020fm</a:t>
                      </a:r>
                      <a:r>
                        <a:rPr lang="en-US" sz="11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.xfdl</a:t>
                      </a:r>
                      <a:endParaRPr sz="11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0475" marB="30475" marR="49525" marL="49525">
                    <a:solidFill>
                      <a:schemeClr val="lt1"/>
                    </a:solidFill>
                  </a:tcPr>
                </a:tc>
                <a:tc hMerge="1"/>
                <a:tc hMerge="1"/>
                <a:tc hMerge="1"/>
                <a:tc hMerge="1"/>
                <a:tc hMerge="1"/>
                <a:tc hMerge="1"/>
              </a:tr>
            </a:tbl>
          </a:graphicData>
        </a:graphic>
      </p:graphicFrame>
      <p:graphicFrame>
        <p:nvGraphicFramePr>
          <p:cNvPr id="272" name="Google Shape;272;g325ad0caa2e_1_98"/>
          <p:cNvGraphicFramePr/>
          <p:nvPr/>
        </p:nvGraphicFramePr>
        <p:xfrm>
          <a:off x="6370010" y="162880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{42523571-8647-4EEF-BE47-7BDBFEA9375B}</a:tableStyleId>
              </a:tblPr>
              <a:tblGrid>
                <a:gridCol w="314150"/>
                <a:gridCol w="2917050"/>
              </a:tblGrid>
              <a:tr h="152400">
                <a:tc gridSpan="2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en-US" sz="12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Description</a:t>
                      </a:r>
                      <a:endParaRPr b="1" sz="12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0475" marB="30475" marR="49525" marL="49525">
                    <a:solidFill>
                      <a:srgbClr val="BFBFBF"/>
                    </a:solidFill>
                  </a:tcPr>
                </a:tc>
                <a:tc hMerge="1"/>
              </a:tr>
              <a:tr h="2960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2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0475" marB="30475" marR="49525" marL="49525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/>
                        <a:t>회원을 관리합니다.</a:t>
                      </a:r>
                      <a:endParaRPr sz="12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0475" marB="30475" marR="49525" marL="49525" anchor="ctr"/>
                </a:tc>
              </a:tr>
            </a:tbl>
          </a:graphicData>
        </a:graphic>
      </p:graphicFrame>
      <p:pic>
        <p:nvPicPr>
          <p:cNvPr id="273" name="Google Shape;273;g325ad0caa2e_1_9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36500" y="2384725"/>
            <a:ext cx="9032995" cy="39578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7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2dcc25e684e_0_69"/>
          <p:cNvSpPr/>
          <p:nvPr/>
        </p:nvSpPr>
        <p:spPr>
          <a:xfrm>
            <a:off x="6969125" y="100013"/>
            <a:ext cx="2663700" cy="474600"/>
          </a:xfrm>
          <a:prstGeom prst="rect">
            <a:avLst/>
          </a:prstGeom>
          <a:noFill/>
          <a:ln>
            <a:noFill/>
          </a:ln>
        </p:spPr>
        <p:txBody>
          <a:bodyPr anchorCtr="0" anchor="t" bIns="55175" lIns="110350" spcFirstLastPara="1" rIns="110350" wrap="square" tIns="55175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Noto Sans Symbols"/>
              <a:buNone/>
            </a:pPr>
            <a:r>
              <a:t/>
            </a:r>
            <a:endParaRPr b="1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279" name="Google Shape;279;g2dcc25e684e_0_69"/>
          <p:cNvGraphicFramePr/>
          <p:nvPr/>
        </p:nvGraphicFramePr>
        <p:xfrm>
          <a:off x="304799" y="804054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{42523571-8647-4EEF-BE47-7BDBFEA9375B}</a:tableStyleId>
              </a:tblPr>
              <a:tblGrid>
                <a:gridCol w="939800"/>
                <a:gridCol w="1260150"/>
                <a:gridCol w="1033250"/>
                <a:gridCol w="1206350"/>
                <a:gridCol w="1117750"/>
                <a:gridCol w="1162050"/>
                <a:gridCol w="1162050"/>
                <a:gridCol w="1162050"/>
              </a:tblGrid>
              <a:tr h="3043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-US" sz="11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 Page Title</a:t>
                      </a:r>
                      <a:endParaRPr b="1" sz="11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0475" marB="30475" marR="49525" marL="49525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/>
                        <a:t>best맛집</a:t>
                      </a:r>
                      <a:endParaRPr sz="1400" u="none" cap="none" strike="noStrike"/>
                    </a:p>
                  </a:txBody>
                  <a:tcPr marT="30475" marB="30475" marR="49525" marL="49525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-US" sz="11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Screen ID</a:t>
                      </a:r>
                      <a:endParaRPr b="1" sz="11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0475" marB="30475" marR="49525" marL="49525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/>
                        <a:t>ark3030fm</a:t>
                      </a:r>
                      <a:r>
                        <a:rPr lang="en-US" sz="11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.xfdl</a:t>
                      </a:r>
                      <a:endParaRPr sz="11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0475" marB="30475" marR="49525" marL="49525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-US" sz="11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Author</a:t>
                      </a:r>
                      <a:endParaRPr b="1" sz="11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0475" marB="30475" marR="49525" marL="49525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/>
                        <a:t>김태훈</a:t>
                      </a:r>
                      <a:endParaRPr sz="11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0475" marB="30475" marR="49525" marL="49525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-US" sz="11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Date</a:t>
                      </a:r>
                      <a:endParaRPr b="1" sz="11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0475" marB="30475" marR="49525" marL="49525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/>
                        <a:t>2025-02-26</a:t>
                      </a:r>
                      <a:endParaRPr sz="1400" u="none" cap="none" strike="noStrike"/>
                    </a:p>
                  </a:txBody>
                  <a:tcPr marT="30475" marB="30475" marR="49525" marL="49525">
                    <a:solidFill>
                      <a:schemeClr val="lt1"/>
                    </a:solidFill>
                  </a:tcPr>
                </a:tc>
              </a:tr>
              <a:tr h="3043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-US" sz="11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Screen Path</a:t>
                      </a:r>
                      <a:endParaRPr b="1" sz="11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0475" marB="30475" marR="49525" marL="49525">
                    <a:solidFill>
                      <a:schemeClr val="lt1"/>
                    </a:solidFill>
                  </a:tcPr>
                </a:tc>
                <a:tc gridSpan="7"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/</a:t>
                      </a:r>
                      <a:r>
                        <a:rPr lang="en-US" sz="1100"/>
                        <a:t>Admin</a:t>
                      </a:r>
                      <a:r>
                        <a:rPr lang="en-US" sz="11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/</a:t>
                      </a:r>
                      <a:r>
                        <a:rPr lang="en-US" sz="1100"/>
                        <a:t>ark3030fm</a:t>
                      </a:r>
                      <a:r>
                        <a:rPr lang="en-US" sz="11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.xfdl</a:t>
                      </a:r>
                      <a:endParaRPr sz="11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0475" marB="30475" marR="49525" marL="49525">
                    <a:solidFill>
                      <a:schemeClr val="lt1"/>
                    </a:solidFill>
                  </a:tcPr>
                </a:tc>
                <a:tc hMerge="1"/>
                <a:tc hMerge="1"/>
                <a:tc hMerge="1"/>
                <a:tc hMerge="1"/>
                <a:tc hMerge="1"/>
                <a:tc hMerge="1"/>
              </a:tr>
            </a:tbl>
          </a:graphicData>
        </a:graphic>
      </p:graphicFrame>
      <p:graphicFrame>
        <p:nvGraphicFramePr>
          <p:cNvPr id="280" name="Google Shape;280;g2dcc25e684e_0_69"/>
          <p:cNvGraphicFramePr/>
          <p:nvPr/>
        </p:nvGraphicFramePr>
        <p:xfrm>
          <a:off x="6370010" y="162880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{42523571-8647-4EEF-BE47-7BDBFEA9375B}</a:tableStyleId>
              </a:tblPr>
              <a:tblGrid>
                <a:gridCol w="314150"/>
                <a:gridCol w="2917050"/>
              </a:tblGrid>
              <a:tr h="152400">
                <a:tc gridSpan="2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en-US" sz="12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Description</a:t>
                      </a:r>
                      <a:endParaRPr b="1" sz="12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0475" marB="30475" marR="49525" marL="49525">
                    <a:solidFill>
                      <a:srgbClr val="BFBFBF"/>
                    </a:solidFill>
                  </a:tcPr>
                </a:tc>
                <a:tc hMerge="1"/>
              </a:tr>
              <a:tr h="2960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2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0475" marB="30475" marR="49525" marL="49525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/>
                        <a:t>별점이 높은 순으로 가게를 보여줍니다.</a:t>
                      </a:r>
                      <a:endParaRPr sz="12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0475" marB="30475" marR="49525" marL="49525" anchor="ctr"/>
                </a:tc>
              </a:tr>
            </a:tbl>
          </a:graphicData>
        </a:graphic>
      </p:graphicFrame>
      <p:pic>
        <p:nvPicPr>
          <p:cNvPr id="281" name="Google Shape;281;g2dcc25e684e_0_6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2321075"/>
            <a:ext cx="9601203" cy="422973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5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Google Shape;286;g2dcc25e684e_0_82"/>
          <p:cNvSpPr/>
          <p:nvPr/>
        </p:nvSpPr>
        <p:spPr>
          <a:xfrm>
            <a:off x="6969125" y="100013"/>
            <a:ext cx="2663700" cy="474600"/>
          </a:xfrm>
          <a:prstGeom prst="rect">
            <a:avLst/>
          </a:prstGeom>
          <a:noFill/>
          <a:ln>
            <a:noFill/>
          </a:ln>
        </p:spPr>
        <p:txBody>
          <a:bodyPr anchorCtr="0" anchor="t" bIns="55175" lIns="110350" spcFirstLastPara="1" rIns="110350" wrap="square" tIns="55175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Noto Sans Symbols"/>
              <a:buNone/>
            </a:pPr>
            <a:r>
              <a:t/>
            </a:r>
            <a:endParaRPr b="1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287" name="Google Shape;287;g2dcc25e684e_0_82"/>
          <p:cNvGraphicFramePr/>
          <p:nvPr/>
        </p:nvGraphicFramePr>
        <p:xfrm>
          <a:off x="304799" y="804054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{42523571-8647-4EEF-BE47-7BDBFEA9375B}</a:tableStyleId>
              </a:tblPr>
              <a:tblGrid>
                <a:gridCol w="939800"/>
                <a:gridCol w="1260150"/>
                <a:gridCol w="1033250"/>
                <a:gridCol w="1206350"/>
                <a:gridCol w="1117750"/>
                <a:gridCol w="1162050"/>
                <a:gridCol w="1162050"/>
                <a:gridCol w="1162050"/>
              </a:tblGrid>
              <a:tr h="3043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-US" sz="11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 Page Title</a:t>
                      </a:r>
                      <a:endParaRPr b="1" sz="11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0475" marB="30475" marR="49525" marL="49525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/>
                        <a:t>가게 등록</a:t>
                      </a:r>
                      <a:endParaRPr sz="1400" u="none" cap="none" strike="noStrike"/>
                    </a:p>
                  </a:txBody>
                  <a:tcPr marT="30475" marB="30475" marR="49525" marL="49525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-US" sz="11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Screen ID</a:t>
                      </a:r>
                      <a:endParaRPr b="1" sz="11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0475" marB="30475" marR="49525" marL="49525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/>
                        <a:t>ark5010fm</a:t>
                      </a:r>
                      <a:r>
                        <a:rPr lang="en-US" sz="11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.xfdl</a:t>
                      </a:r>
                      <a:endParaRPr sz="11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0475" marB="30475" marR="49525" marL="49525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-US" sz="11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Author</a:t>
                      </a:r>
                      <a:endParaRPr b="1" sz="11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0475" marB="30475" marR="49525" marL="49525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/>
                        <a:t>김태훈</a:t>
                      </a:r>
                      <a:endParaRPr sz="11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0475" marB="30475" marR="49525" marL="49525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-US" sz="11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Date</a:t>
                      </a:r>
                      <a:endParaRPr b="1" sz="11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0475" marB="30475" marR="49525" marL="49525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/>
                        <a:t>2025-02-26</a:t>
                      </a:r>
                      <a:endParaRPr sz="1400" u="none" cap="none" strike="noStrike"/>
                    </a:p>
                  </a:txBody>
                  <a:tcPr marT="30475" marB="30475" marR="49525" marL="49525">
                    <a:solidFill>
                      <a:schemeClr val="lt1"/>
                    </a:solidFill>
                  </a:tcPr>
                </a:tc>
              </a:tr>
              <a:tr h="3043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-US" sz="11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Screen Path</a:t>
                      </a:r>
                      <a:endParaRPr b="1" sz="11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0475" marB="30475" marR="49525" marL="49525">
                    <a:solidFill>
                      <a:schemeClr val="lt1"/>
                    </a:solidFill>
                  </a:tcPr>
                </a:tc>
                <a:tc gridSpan="7"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/</a:t>
                      </a:r>
                      <a:r>
                        <a:rPr lang="en-US" sz="1100"/>
                        <a:t>Owner</a:t>
                      </a:r>
                      <a:r>
                        <a:rPr lang="en-US" sz="11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/</a:t>
                      </a:r>
                      <a:r>
                        <a:rPr lang="en-US" sz="1100"/>
                        <a:t>ark5010fm</a:t>
                      </a:r>
                      <a:r>
                        <a:rPr lang="en-US" sz="11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.xfdl</a:t>
                      </a:r>
                      <a:endParaRPr sz="11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0475" marB="30475" marR="49525" marL="49525">
                    <a:solidFill>
                      <a:schemeClr val="lt1"/>
                    </a:solidFill>
                  </a:tcPr>
                </a:tc>
                <a:tc hMerge="1"/>
                <a:tc hMerge="1"/>
                <a:tc hMerge="1"/>
                <a:tc hMerge="1"/>
                <a:tc hMerge="1"/>
                <a:tc hMerge="1"/>
              </a:tr>
            </a:tbl>
          </a:graphicData>
        </a:graphic>
      </p:graphicFrame>
      <p:graphicFrame>
        <p:nvGraphicFramePr>
          <p:cNvPr id="288" name="Google Shape;288;g2dcc25e684e_0_82"/>
          <p:cNvGraphicFramePr/>
          <p:nvPr/>
        </p:nvGraphicFramePr>
        <p:xfrm>
          <a:off x="6370010" y="162880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{42523571-8647-4EEF-BE47-7BDBFEA9375B}</a:tableStyleId>
              </a:tblPr>
              <a:tblGrid>
                <a:gridCol w="314150"/>
                <a:gridCol w="2917050"/>
              </a:tblGrid>
              <a:tr h="152400">
                <a:tc gridSpan="2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en-US" sz="12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Description</a:t>
                      </a:r>
                      <a:endParaRPr b="1" sz="12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0475" marB="30475" marR="49525" marL="49525">
                    <a:solidFill>
                      <a:srgbClr val="BFBFBF"/>
                    </a:solidFill>
                  </a:tcPr>
                </a:tc>
                <a:tc hMerge="1"/>
              </a:tr>
              <a:tr h="2960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2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0475" marB="30475" marR="49525" marL="49525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/>
                        <a:t>가게를 등록하는 화면입니다.</a:t>
                      </a:r>
                      <a:endParaRPr sz="12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0475" marB="30475" marR="49525" marL="49525" anchor="ctr"/>
                </a:tc>
              </a:tr>
            </a:tbl>
          </a:graphicData>
        </a:graphic>
      </p:graphicFrame>
      <p:pic>
        <p:nvPicPr>
          <p:cNvPr id="289" name="Google Shape;289;g2dcc25e684e_0_8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06338" y="2168675"/>
            <a:ext cx="8693325" cy="43845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3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Google Shape;294;g2dcc25e684e_0_90"/>
          <p:cNvSpPr/>
          <p:nvPr/>
        </p:nvSpPr>
        <p:spPr>
          <a:xfrm>
            <a:off x="6969125" y="100013"/>
            <a:ext cx="2663700" cy="474600"/>
          </a:xfrm>
          <a:prstGeom prst="rect">
            <a:avLst/>
          </a:prstGeom>
          <a:noFill/>
          <a:ln>
            <a:noFill/>
          </a:ln>
        </p:spPr>
        <p:txBody>
          <a:bodyPr anchorCtr="0" anchor="t" bIns="55175" lIns="110350" spcFirstLastPara="1" rIns="110350" wrap="square" tIns="55175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Noto Sans Symbols"/>
              <a:buNone/>
            </a:pPr>
            <a:r>
              <a:t/>
            </a:r>
            <a:endParaRPr b="1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295" name="Google Shape;295;g2dcc25e684e_0_90"/>
          <p:cNvGraphicFramePr/>
          <p:nvPr/>
        </p:nvGraphicFramePr>
        <p:xfrm>
          <a:off x="304799" y="804054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{42523571-8647-4EEF-BE47-7BDBFEA9375B}</a:tableStyleId>
              </a:tblPr>
              <a:tblGrid>
                <a:gridCol w="939800"/>
                <a:gridCol w="1260150"/>
                <a:gridCol w="1033250"/>
                <a:gridCol w="1206350"/>
                <a:gridCol w="1117750"/>
                <a:gridCol w="1162050"/>
                <a:gridCol w="1162050"/>
                <a:gridCol w="1162050"/>
              </a:tblGrid>
              <a:tr h="3043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-US" sz="11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 Page Title</a:t>
                      </a:r>
                      <a:endParaRPr b="1" sz="11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0475" marB="30475" marR="49525" marL="49525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/>
                        <a:t>등록 내역 조회</a:t>
                      </a:r>
                      <a:endParaRPr sz="1400" u="none" cap="none" strike="noStrike"/>
                    </a:p>
                  </a:txBody>
                  <a:tcPr marT="30475" marB="30475" marR="49525" marL="49525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-US" sz="11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Screen ID</a:t>
                      </a:r>
                      <a:endParaRPr b="1" sz="11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0475" marB="30475" marR="49525" marL="49525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/>
                        <a:t>ark5011fm</a:t>
                      </a:r>
                      <a:r>
                        <a:rPr lang="en-US" sz="11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.xfdl</a:t>
                      </a:r>
                      <a:endParaRPr sz="11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0475" marB="30475" marR="49525" marL="49525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-US" sz="11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Author</a:t>
                      </a:r>
                      <a:endParaRPr b="1" sz="11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0475" marB="30475" marR="49525" marL="49525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/>
                        <a:t>김태훈</a:t>
                      </a:r>
                      <a:endParaRPr sz="11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0475" marB="30475" marR="49525" marL="49525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-US" sz="11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Date</a:t>
                      </a:r>
                      <a:endParaRPr b="1" sz="11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0475" marB="30475" marR="49525" marL="49525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/>
                        <a:t>2025-02-26</a:t>
                      </a:r>
                      <a:endParaRPr sz="1400" u="none" cap="none" strike="noStrike"/>
                    </a:p>
                  </a:txBody>
                  <a:tcPr marT="30475" marB="30475" marR="49525" marL="49525">
                    <a:solidFill>
                      <a:schemeClr val="lt1"/>
                    </a:solidFill>
                  </a:tcPr>
                </a:tc>
              </a:tr>
              <a:tr h="3043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-US" sz="11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Screen Path</a:t>
                      </a:r>
                      <a:endParaRPr b="1" sz="11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0475" marB="30475" marR="49525" marL="49525">
                    <a:solidFill>
                      <a:schemeClr val="lt1"/>
                    </a:solidFill>
                  </a:tcPr>
                </a:tc>
                <a:tc gridSpan="7"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/</a:t>
                      </a:r>
                      <a:r>
                        <a:rPr lang="en-US" sz="1100"/>
                        <a:t>Owner</a:t>
                      </a:r>
                      <a:r>
                        <a:rPr lang="en-US" sz="11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/</a:t>
                      </a:r>
                      <a:r>
                        <a:rPr lang="en-US" sz="1100"/>
                        <a:t>ark5011fm</a:t>
                      </a:r>
                      <a:r>
                        <a:rPr lang="en-US" sz="11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.xfdl</a:t>
                      </a:r>
                      <a:endParaRPr sz="11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0475" marB="30475" marR="49525" marL="49525">
                    <a:solidFill>
                      <a:schemeClr val="lt1"/>
                    </a:solidFill>
                  </a:tcPr>
                </a:tc>
                <a:tc hMerge="1"/>
                <a:tc hMerge="1"/>
                <a:tc hMerge="1"/>
                <a:tc hMerge="1"/>
                <a:tc hMerge="1"/>
                <a:tc hMerge="1"/>
              </a:tr>
            </a:tbl>
          </a:graphicData>
        </a:graphic>
      </p:graphicFrame>
      <p:graphicFrame>
        <p:nvGraphicFramePr>
          <p:cNvPr id="296" name="Google Shape;296;g2dcc25e684e_0_90"/>
          <p:cNvGraphicFramePr/>
          <p:nvPr/>
        </p:nvGraphicFramePr>
        <p:xfrm>
          <a:off x="6370010" y="162880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{42523571-8647-4EEF-BE47-7BDBFEA9375B}</a:tableStyleId>
              </a:tblPr>
              <a:tblGrid>
                <a:gridCol w="314150"/>
                <a:gridCol w="2917050"/>
              </a:tblGrid>
              <a:tr h="152400">
                <a:tc gridSpan="2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en-US" sz="12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Description</a:t>
                      </a:r>
                      <a:endParaRPr b="1" sz="12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0475" marB="30475" marR="49525" marL="49525">
                    <a:solidFill>
                      <a:srgbClr val="BFBFBF"/>
                    </a:solidFill>
                  </a:tcPr>
                </a:tc>
                <a:tc hMerge="1"/>
              </a:tr>
              <a:tr h="2960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2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0475" marB="30475" marR="49525" marL="49525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/>
                        <a:t>자신이 등록하려는 가게가 이미 등록되어 있는지 미리 확인하는 화면입니다.</a:t>
                      </a:r>
                      <a:endParaRPr sz="12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0475" marB="30475" marR="49525" marL="49525" anchor="ctr"/>
                </a:tc>
              </a:tr>
            </a:tbl>
          </a:graphicData>
        </a:graphic>
      </p:graphicFrame>
      <p:pic>
        <p:nvPicPr>
          <p:cNvPr id="297" name="Google Shape;297;g2dcc25e684e_0_9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49774" y="2299325"/>
            <a:ext cx="8006450" cy="40380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1" name="Shape 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Google Shape;302;g2dcc25e684e_0_97"/>
          <p:cNvSpPr/>
          <p:nvPr/>
        </p:nvSpPr>
        <p:spPr>
          <a:xfrm>
            <a:off x="6969125" y="100013"/>
            <a:ext cx="2663700" cy="474600"/>
          </a:xfrm>
          <a:prstGeom prst="rect">
            <a:avLst/>
          </a:prstGeom>
          <a:noFill/>
          <a:ln>
            <a:noFill/>
          </a:ln>
        </p:spPr>
        <p:txBody>
          <a:bodyPr anchorCtr="0" anchor="t" bIns="55175" lIns="110350" spcFirstLastPara="1" rIns="110350" wrap="square" tIns="55175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Noto Sans Symbols"/>
              <a:buNone/>
            </a:pPr>
            <a:r>
              <a:t/>
            </a:r>
            <a:endParaRPr b="1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303" name="Google Shape;303;g2dcc25e684e_0_97"/>
          <p:cNvGraphicFramePr/>
          <p:nvPr/>
        </p:nvGraphicFramePr>
        <p:xfrm>
          <a:off x="304799" y="804054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{42523571-8647-4EEF-BE47-7BDBFEA9375B}</a:tableStyleId>
              </a:tblPr>
              <a:tblGrid>
                <a:gridCol w="939800"/>
                <a:gridCol w="1260150"/>
                <a:gridCol w="1033250"/>
                <a:gridCol w="1206350"/>
                <a:gridCol w="1117750"/>
                <a:gridCol w="1162050"/>
                <a:gridCol w="1162050"/>
                <a:gridCol w="1162050"/>
              </a:tblGrid>
              <a:tr h="3043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-US" sz="11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 Page Title</a:t>
                      </a:r>
                      <a:endParaRPr b="1" sz="11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0475" marB="30475" marR="49525" marL="49525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/>
                        <a:t>가게 정보 입력</a:t>
                      </a:r>
                      <a:endParaRPr sz="1400" u="none" cap="none" strike="noStrike"/>
                    </a:p>
                  </a:txBody>
                  <a:tcPr marT="30475" marB="30475" marR="49525" marL="49525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-US" sz="11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Screen ID</a:t>
                      </a:r>
                      <a:endParaRPr b="1" sz="11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0475" marB="30475" marR="49525" marL="49525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/>
                        <a:t>ark5012fm</a:t>
                      </a:r>
                      <a:r>
                        <a:rPr lang="en-US" sz="11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.xfdl</a:t>
                      </a:r>
                      <a:endParaRPr sz="11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0475" marB="30475" marR="49525" marL="49525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-US" sz="11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Author</a:t>
                      </a:r>
                      <a:endParaRPr b="1" sz="11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0475" marB="30475" marR="49525" marL="49525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/>
                        <a:t>김태훈</a:t>
                      </a:r>
                      <a:endParaRPr sz="11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0475" marB="30475" marR="49525" marL="49525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-US" sz="11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Date</a:t>
                      </a:r>
                      <a:endParaRPr b="1" sz="11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0475" marB="30475" marR="49525" marL="49525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/>
                        <a:t>2025-02-26</a:t>
                      </a:r>
                      <a:endParaRPr sz="1400" u="none" cap="none" strike="noStrike"/>
                    </a:p>
                  </a:txBody>
                  <a:tcPr marT="30475" marB="30475" marR="49525" marL="49525">
                    <a:solidFill>
                      <a:schemeClr val="lt1"/>
                    </a:solidFill>
                  </a:tcPr>
                </a:tc>
              </a:tr>
              <a:tr h="3043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-US" sz="11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Screen Path</a:t>
                      </a:r>
                      <a:endParaRPr b="1" sz="11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0475" marB="30475" marR="49525" marL="49525">
                    <a:solidFill>
                      <a:schemeClr val="lt1"/>
                    </a:solidFill>
                  </a:tcPr>
                </a:tc>
                <a:tc gridSpan="7"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/</a:t>
                      </a:r>
                      <a:r>
                        <a:rPr lang="en-US" sz="1100"/>
                        <a:t>Owner</a:t>
                      </a:r>
                      <a:r>
                        <a:rPr lang="en-US" sz="11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/</a:t>
                      </a:r>
                      <a:r>
                        <a:rPr lang="en-US" sz="1100"/>
                        <a:t>ark5012fm</a:t>
                      </a:r>
                      <a:r>
                        <a:rPr lang="en-US" sz="11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.xfdl</a:t>
                      </a:r>
                      <a:endParaRPr sz="11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0475" marB="30475" marR="49525" marL="49525">
                    <a:solidFill>
                      <a:schemeClr val="lt1"/>
                    </a:solidFill>
                  </a:tcPr>
                </a:tc>
                <a:tc hMerge="1"/>
                <a:tc hMerge="1"/>
                <a:tc hMerge="1"/>
                <a:tc hMerge="1"/>
                <a:tc hMerge="1"/>
                <a:tc hMerge="1"/>
              </a:tr>
            </a:tbl>
          </a:graphicData>
        </a:graphic>
      </p:graphicFrame>
      <p:graphicFrame>
        <p:nvGraphicFramePr>
          <p:cNvPr id="304" name="Google Shape;304;g2dcc25e684e_0_97"/>
          <p:cNvGraphicFramePr/>
          <p:nvPr/>
        </p:nvGraphicFramePr>
        <p:xfrm>
          <a:off x="6370010" y="162880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{42523571-8647-4EEF-BE47-7BDBFEA9375B}</a:tableStyleId>
              </a:tblPr>
              <a:tblGrid>
                <a:gridCol w="314150"/>
                <a:gridCol w="2917050"/>
              </a:tblGrid>
              <a:tr h="152400">
                <a:tc gridSpan="2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en-US" sz="12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Description</a:t>
                      </a:r>
                      <a:endParaRPr b="1" sz="12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0475" marB="30475" marR="49525" marL="49525">
                    <a:solidFill>
                      <a:srgbClr val="BFBFBF"/>
                    </a:solidFill>
                  </a:tcPr>
                </a:tc>
                <a:tc hMerge="1"/>
              </a:tr>
              <a:tr h="2960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2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0475" marB="30475" marR="49525" marL="49525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/>
                        <a:t>가게에 필요한 정보를 입력하는 화면입니다.</a:t>
                      </a:r>
                      <a:endParaRPr sz="12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0475" marB="30475" marR="49525" marL="49525" anchor="ctr"/>
                </a:tc>
              </a:tr>
              <a:tr h="2960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/>
                        <a:t>2</a:t>
                      </a:r>
                      <a:endParaRPr sz="12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0475" marB="30475" marR="49525" marL="49525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/>
                        <a:t>이곳에서 입력된 정보 중 일부는 태그에 일부는 검색 기능에 사용됩니다.</a:t>
                      </a:r>
                      <a:endParaRPr sz="1200"/>
                    </a:p>
                  </a:txBody>
                  <a:tcPr marT="30475" marB="30475" marR="49525" marL="49525" anchor="ctr"/>
                </a:tc>
              </a:tr>
            </a:tbl>
          </a:graphicData>
        </a:graphic>
      </p:graphicFrame>
      <p:pic>
        <p:nvPicPr>
          <p:cNvPr id="305" name="Google Shape;305;g2dcc25e684e_0_9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31825" y="1412754"/>
            <a:ext cx="5347723" cy="514044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9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Google Shape;310;g2dcc25e684e_0_105"/>
          <p:cNvSpPr/>
          <p:nvPr/>
        </p:nvSpPr>
        <p:spPr>
          <a:xfrm>
            <a:off x="6969125" y="100013"/>
            <a:ext cx="2663700" cy="474600"/>
          </a:xfrm>
          <a:prstGeom prst="rect">
            <a:avLst/>
          </a:prstGeom>
          <a:noFill/>
          <a:ln>
            <a:noFill/>
          </a:ln>
        </p:spPr>
        <p:txBody>
          <a:bodyPr anchorCtr="0" anchor="t" bIns="55175" lIns="110350" spcFirstLastPara="1" rIns="110350" wrap="square" tIns="55175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Noto Sans Symbols"/>
              <a:buNone/>
            </a:pPr>
            <a:r>
              <a:t/>
            </a:r>
            <a:endParaRPr b="1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311" name="Google Shape;311;g2dcc25e684e_0_105"/>
          <p:cNvGraphicFramePr/>
          <p:nvPr/>
        </p:nvGraphicFramePr>
        <p:xfrm>
          <a:off x="304799" y="804054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{42523571-8647-4EEF-BE47-7BDBFEA9375B}</a:tableStyleId>
              </a:tblPr>
              <a:tblGrid>
                <a:gridCol w="939800"/>
                <a:gridCol w="1260150"/>
                <a:gridCol w="1033250"/>
                <a:gridCol w="1206350"/>
                <a:gridCol w="1117750"/>
                <a:gridCol w="1162050"/>
                <a:gridCol w="1162050"/>
                <a:gridCol w="1162050"/>
              </a:tblGrid>
              <a:tr h="3043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-US" sz="11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 Page Title</a:t>
                      </a:r>
                      <a:endParaRPr b="1" sz="11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0475" marB="30475" marR="49525" marL="49525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/>
                        <a:t>가게 </a:t>
                      </a:r>
                      <a:r>
                        <a:rPr lang="en-US" sz="1100"/>
                        <a:t>등록 완료</a:t>
                      </a:r>
                      <a:endParaRPr sz="1400" u="none" cap="none" strike="noStrike"/>
                    </a:p>
                  </a:txBody>
                  <a:tcPr marT="30475" marB="30475" marR="49525" marL="49525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-US" sz="11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Screen ID</a:t>
                      </a:r>
                      <a:endParaRPr b="1" sz="11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0475" marB="30475" marR="49525" marL="49525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/>
                        <a:t>ark5013fm</a:t>
                      </a:r>
                      <a:r>
                        <a:rPr lang="en-US" sz="11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.xfdl</a:t>
                      </a:r>
                      <a:endParaRPr sz="11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0475" marB="30475" marR="49525" marL="49525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-US" sz="11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Author</a:t>
                      </a:r>
                      <a:endParaRPr b="1" sz="11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0475" marB="30475" marR="49525" marL="49525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/>
                        <a:t>김태훈</a:t>
                      </a:r>
                      <a:endParaRPr sz="11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0475" marB="30475" marR="49525" marL="49525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-US" sz="11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Date</a:t>
                      </a:r>
                      <a:endParaRPr b="1" sz="11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0475" marB="30475" marR="49525" marL="49525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/>
                        <a:t>2025-02-26</a:t>
                      </a:r>
                      <a:endParaRPr sz="1400" u="none" cap="none" strike="noStrike"/>
                    </a:p>
                  </a:txBody>
                  <a:tcPr marT="30475" marB="30475" marR="49525" marL="49525">
                    <a:solidFill>
                      <a:schemeClr val="lt1"/>
                    </a:solidFill>
                  </a:tcPr>
                </a:tc>
              </a:tr>
              <a:tr h="3043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-US" sz="11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Screen Path</a:t>
                      </a:r>
                      <a:endParaRPr b="1" sz="11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0475" marB="30475" marR="49525" marL="49525">
                    <a:solidFill>
                      <a:schemeClr val="lt1"/>
                    </a:solidFill>
                  </a:tcPr>
                </a:tc>
                <a:tc gridSpan="7"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/</a:t>
                      </a:r>
                      <a:r>
                        <a:rPr lang="en-US" sz="1100"/>
                        <a:t>Owner</a:t>
                      </a:r>
                      <a:r>
                        <a:rPr lang="en-US" sz="11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/</a:t>
                      </a:r>
                      <a:r>
                        <a:rPr lang="en-US" sz="1100"/>
                        <a:t>ark5013fm</a:t>
                      </a:r>
                      <a:r>
                        <a:rPr lang="en-US" sz="11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.xfdl</a:t>
                      </a:r>
                      <a:endParaRPr sz="11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0475" marB="30475" marR="49525" marL="49525">
                    <a:solidFill>
                      <a:schemeClr val="lt1"/>
                    </a:solidFill>
                  </a:tcPr>
                </a:tc>
                <a:tc hMerge="1"/>
                <a:tc hMerge="1"/>
                <a:tc hMerge="1"/>
                <a:tc hMerge="1"/>
                <a:tc hMerge="1"/>
                <a:tc hMerge="1"/>
              </a:tr>
            </a:tbl>
          </a:graphicData>
        </a:graphic>
      </p:graphicFrame>
      <p:graphicFrame>
        <p:nvGraphicFramePr>
          <p:cNvPr id="312" name="Google Shape;312;g2dcc25e684e_0_105"/>
          <p:cNvGraphicFramePr/>
          <p:nvPr/>
        </p:nvGraphicFramePr>
        <p:xfrm>
          <a:off x="6370010" y="162880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{42523571-8647-4EEF-BE47-7BDBFEA9375B}</a:tableStyleId>
              </a:tblPr>
              <a:tblGrid>
                <a:gridCol w="314150"/>
                <a:gridCol w="2917050"/>
              </a:tblGrid>
              <a:tr h="152400">
                <a:tc gridSpan="2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en-US" sz="12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Description</a:t>
                      </a:r>
                      <a:endParaRPr b="1" sz="12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0475" marB="30475" marR="49525" marL="49525">
                    <a:solidFill>
                      <a:srgbClr val="BFBFBF"/>
                    </a:solidFill>
                  </a:tcPr>
                </a:tc>
                <a:tc hMerge="1"/>
              </a:tr>
              <a:tr h="2960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2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0475" marB="30475" marR="49525" marL="49525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/>
                        <a:t>가게가 성공적으로 등록되었을 때 나오는 화면입니다.</a:t>
                      </a:r>
                      <a:endParaRPr sz="12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0475" marB="30475" marR="49525" marL="49525" anchor="ctr"/>
                </a:tc>
              </a:tr>
            </a:tbl>
          </a:graphicData>
        </a:graphic>
      </p:graphicFrame>
      <p:pic>
        <p:nvPicPr>
          <p:cNvPr id="313" name="Google Shape;313;g2dcc25e684e_0_10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73050" y="1628800"/>
            <a:ext cx="6096951" cy="334567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7" name="Shape 3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" name="Google Shape;318;g2dcc25e684e_0_113"/>
          <p:cNvSpPr/>
          <p:nvPr/>
        </p:nvSpPr>
        <p:spPr>
          <a:xfrm>
            <a:off x="6969125" y="100013"/>
            <a:ext cx="2663700" cy="474600"/>
          </a:xfrm>
          <a:prstGeom prst="rect">
            <a:avLst/>
          </a:prstGeom>
          <a:noFill/>
          <a:ln>
            <a:noFill/>
          </a:ln>
        </p:spPr>
        <p:txBody>
          <a:bodyPr anchorCtr="0" anchor="t" bIns="55175" lIns="110350" spcFirstLastPara="1" rIns="110350" wrap="square" tIns="55175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Noto Sans Symbols"/>
              <a:buNone/>
            </a:pPr>
            <a:r>
              <a:t/>
            </a:r>
            <a:endParaRPr b="1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319" name="Google Shape;319;g2dcc25e684e_0_113"/>
          <p:cNvGraphicFramePr/>
          <p:nvPr/>
        </p:nvGraphicFramePr>
        <p:xfrm>
          <a:off x="304799" y="804054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{42523571-8647-4EEF-BE47-7BDBFEA9375B}</a:tableStyleId>
              </a:tblPr>
              <a:tblGrid>
                <a:gridCol w="939800"/>
                <a:gridCol w="1260150"/>
                <a:gridCol w="1033250"/>
                <a:gridCol w="1206350"/>
                <a:gridCol w="1117750"/>
                <a:gridCol w="1162050"/>
                <a:gridCol w="1162050"/>
                <a:gridCol w="1162050"/>
              </a:tblGrid>
              <a:tr h="3043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-US" sz="11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 Page Title</a:t>
                      </a:r>
                      <a:endParaRPr b="1" sz="11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0475" marB="30475" marR="49525" marL="49525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/>
                        <a:t>가게 </a:t>
                      </a:r>
                      <a:r>
                        <a:rPr lang="en-US" sz="1100"/>
                        <a:t>업종 목록 팝업</a:t>
                      </a:r>
                      <a:endParaRPr sz="1400" u="none" cap="none" strike="noStrike"/>
                    </a:p>
                  </a:txBody>
                  <a:tcPr marT="30475" marB="30475" marR="49525" marL="49525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-US" sz="11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Screen ID</a:t>
                      </a:r>
                      <a:endParaRPr b="1" sz="11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0475" marB="30475" marR="49525" marL="49525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/>
                        <a:t>ark5014fm</a:t>
                      </a:r>
                      <a:r>
                        <a:rPr lang="en-US" sz="11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.xfdl</a:t>
                      </a:r>
                      <a:endParaRPr sz="11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0475" marB="30475" marR="49525" marL="49525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-US" sz="11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Author</a:t>
                      </a:r>
                      <a:endParaRPr b="1" sz="11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0475" marB="30475" marR="49525" marL="49525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/>
                        <a:t>김태훈</a:t>
                      </a:r>
                      <a:endParaRPr sz="11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0475" marB="30475" marR="49525" marL="49525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-US" sz="11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Date</a:t>
                      </a:r>
                      <a:endParaRPr b="1" sz="11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0475" marB="30475" marR="49525" marL="49525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/>
                        <a:t>2025-02-26</a:t>
                      </a:r>
                      <a:endParaRPr sz="1400" u="none" cap="none" strike="noStrike"/>
                    </a:p>
                  </a:txBody>
                  <a:tcPr marT="30475" marB="30475" marR="49525" marL="49525">
                    <a:solidFill>
                      <a:schemeClr val="lt1"/>
                    </a:solidFill>
                  </a:tcPr>
                </a:tc>
              </a:tr>
              <a:tr h="3043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-US" sz="11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Screen Path</a:t>
                      </a:r>
                      <a:endParaRPr b="1" sz="11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0475" marB="30475" marR="49525" marL="49525">
                    <a:solidFill>
                      <a:schemeClr val="lt1"/>
                    </a:solidFill>
                  </a:tcPr>
                </a:tc>
                <a:tc gridSpan="7"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/</a:t>
                      </a:r>
                      <a:r>
                        <a:rPr lang="en-US" sz="1100"/>
                        <a:t>Owner</a:t>
                      </a:r>
                      <a:r>
                        <a:rPr lang="en-US" sz="11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/</a:t>
                      </a:r>
                      <a:r>
                        <a:rPr lang="en-US" sz="1100"/>
                        <a:t>ark5014fm</a:t>
                      </a:r>
                      <a:r>
                        <a:rPr lang="en-US" sz="11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.xfdl</a:t>
                      </a:r>
                      <a:endParaRPr sz="11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0475" marB="30475" marR="49525" marL="49525">
                    <a:solidFill>
                      <a:schemeClr val="lt1"/>
                    </a:solidFill>
                  </a:tcPr>
                </a:tc>
                <a:tc hMerge="1"/>
                <a:tc hMerge="1"/>
                <a:tc hMerge="1"/>
                <a:tc hMerge="1"/>
                <a:tc hMerge="1"/>
                <a:tc hMerge="1"/>
              </a:tr>
            </a:tbl>
          </a:graphicData>
        </a:graphic>
      </p:graphicFrame>
      <p:graphicFrame>
        <p:nvGraphicFramePr>
          <p:cNvPr id="320" name="Google Shape;320;g2dcc25e684e_0_113"/>
          <p:cNvGraphicFramePr/>
          <p:nvPr/>
        </p:nvGraphicFramePr>
        <p:xfrm>
          <a:off x="6370010" y="162880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{42523571-8647-4EEF-BE47-7BDBFEA9375B}</a:tableStyleId>
              </a:tblPr>
              <a:tblGrid>
                <a:gridCol w="314150"/>
                <a:gridCol w="2917050"/>
              </a:tblGrid>
              <a:tr h="152400">
                <a:tc gridSpan="2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en-US" sz="12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Description</a:t>
                      </a:r>
                      <a:endParaRPr b="1" sz="12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0475" marB="30475" marR="49525" marL="49525">
                    <a:solidFill>
                      <a:srgbClr val="BFBFBF"/>
                    </a:solidFill>
                  </a:tcPr>
                </a:tc>
                <a:tc hMerge="1"/>
              </a:tr>
              <a:tr h="2960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2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0475" marB="30475" marR="49525" marL="49525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/>
                        <a:t>가게의 업종을 선택하는팝업 화면입니다.</a:t>
                      </a:r>
                      <a:endParaRPr sz="12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0475" marB="30475" marR="49525" marL="49525" anchor="ctr"/>
                </a:tc>
              </a:tr>
            </a:tbl>
          </a:graphicData>
        </a:graphic>
      </p:graphicFrame>
      <p:pic>
        <p:nvPicPr>
          <p:cNvPr id="321" name="Google Shape;321;g2dcc25e684e_0_1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65154"/>
            <a:ext cx="6065210" cy="479759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5" name="Shape 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Google Shape;326;g2dcc25e684e_0_121"/>
          <p:cNvSpPr/>
          <p:nvPr/>
        </p:nvSpPr>
        <p:spPr>
          <a:xfrm>
            <a:off x="6969125" y="100013"/>
            <a:ext cx="2663700" cy="474600"/>
          </a:xfrm>
          <a:prstGeom prst="rect">
            <a:avLst/>
          </a:prstGeom>
          <a:noFill/>
          <a:ln>
            <a:noFill/>
          </a:ln>
        </p:spPr>
        <p:txBody>
          <a:bodyPr anchorCtr="0" anchor="t" bIns="55175" lIns="110350" spcFirstLastPara="1" rIns="110350" wrap="square" tIns="55175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Noto Sans Symbols"/>
              <a:buNone/>
            </a:pPr>
            <a:r>
              <a:t/>
            </a:r>
            <a:endParaRPr b="1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327" name="Google Shape;327;g2dcc25e684e_0_121"/>
          <p:cNvGraphicFramePr/>
          <p:nvPr/>
        </p:nvGraphicFramePr>
        <p:xfrm>
          <a:off x="304799" y="804054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{42523571-8647-4EEF-BE47-7BDBFEA9375B}</a:tableStyleId>
              </a:tblPr>
              <a:tblGrid>
                <a:gridCol w="939800"/>
                <a:gridCol w="1260150"/>
                <a:gridCol w="1033250"/>
                <a:gridCol w="1206350"/>
                <a:gridCol w="1117750"/>
                <a:gridCol w="1162050"/>
                <a:gridCol w="1162050"/>
                <a:gridCol w="1162050"/>
              </a:tblGrid>
              <a:tr h="3043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-US" sz="11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 Page Title</a:t>
                      </a:r>
                      <a:endParaRPr b="1" sz="11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0475" marB="30475" marR="49525" marL="49525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/>
                        <a:t>가게 업종 목록 팝업</a:t>
                      </a:r>
                      <a:endParaRPr sz="1400" u="none" cap="none" strike="noStrike"/>
                    </a:p>
                  </a:txBody>
                  <a:tcPr marT="30475" marB="30475" marR="49525" marL="49525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-US" sz="11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Screen ID</a:t>
                      </a:r>
                      <a:endParaRPr b="1" sz="11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0475" marB="30475" marR="49525" marL="49525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/>
                        <a:t>ark5015fm</a:t>
                      </a:r>
                      <a:r>
                        <a:rPr lang="en-US" sz="11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.xfdl</a:t>
                      </a:r>
                      <a:endParaRPr sz="11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0475" marB="30475" marR="49525" marL="49525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-US" sz="11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Author</a:t>
                      </a:r>
                      <a:endParaRPr b="1" sz="11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0475" marB="30475" marR="49525" marL="49525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/>
                        <a:t>김태훈</a:t>
                      </a:r>
                      <a:endParaRPr sz="11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0475" marB="30475" marR="49525" marL="49525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-US" sz="11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Date</a:t>
                      </a:r>
                      <a:endParaRPr b="1" sz="11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0475" marB="30475" marR="49525" marL="49525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/>
                        <a:t>2025-02-26</a:t>
                      </a:r>
                      <a:endParaRPr sz="1400" u="none" cap="none" strike="noStrike"/>
                    </a:p>
                  </a:txBody>
                  <a:tcPr marT="30475" marB="30475" marR="49525" marL="49525">
                    <a:solidFill>
                      <a:schemeClr val="lt1"/>
                    </a:solidFill>
                  </a:tcPr>
                </a:tc>
              </a:tr>
              <a:tr h="3043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-US" sz="11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Screen Path</a:t>
                      </a:r>
                      <a:endParaRPr b="1" sz="11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0475" marB="30475" marR="49525" marL="49525">
                    <a:solidFill>
                      <a:schemeClr val="lt1"/>
                    </a:solidFill>
                  </a:tcPr>
                </a:tc>
                <a:tc gridSpan="7"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/</a:t>
                      </a:r>
                      <a:r>
                        <a:rPr lang="en-US" sz="1100"/>
                        <a:t>Owner</a:t>
                      </a:r>
                      <a:r>
                        <a:rPr lang="en-US" sz="11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/</a:t>
                      </a:r>
                      <a:r>
                        <a:rPr lang="en-US" sz="1100"/>
                        <a:t>ark5015fm</a:t>
                      </a:r>
                      <a:r>
                        <a:rPr lang="en-US" sz="11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.xfdl</a:t>
                      </a:r>
                      <a:endParaRPr sz="11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0475" marB="30475" marR="49525" marL="49525">
                    <a:solidFill>
                      <a:schemeClr val="lt1"/>
                    </a:solidFill>
                  </a:tcPr>
                </a:tc>
                <a:tc hMerge="1"/>
                <a:tc hMerge="1"/>
                <a:tc hMerge="1"/>
                <a:tc hMerge="1"/>
                <a:tc hMerge="1"/>
                <a:tc hMerge="1"/>
              </a:tr>
            </a:tbl>
          </a:graphicData>
        </a:graphic>
      </p:graphicFrame>
      <p:graphicFrame>
        <p:nvGraphicFramePr>
          <p:cNvPr id="328" name="Google Shape;328;g2dcc25e684e_0_121"/>
          <p:cNvGraphicFramePr/>
          <p:nvPr/>
        </p:nvGraphicFramePr>
        <p:xfrm>
          <a:off x="6370010" y="162880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{42523571-8647-4EEF-BE47-7BDBFEA9375B}</a:tableStyleId>
              </a:tblPr>
              <a:tblGrid>
                <a:gridCol w="314150"/>
                <a:gridCol w="2917050"/>
              </a:tblGrid>
              <a:tr h="152400">
                <a:tc gridSpan="2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en-US" sz="12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Description</a:t>
                      </a:r>
                      <a:endParaRPr b="1" sz="12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0475" marB="30475" marR="49525" marL="49525">
                    <a:solidFill>
                      <a:srgbClr val="BFBFBF"/>
                    </a:solidFill>
                  </a:tcPr>
                </a:tc>
                <a:tc hMerge="1"/>
              </a:tr>
              <a:tr h="2960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2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0475" marB="30475" marR="49525" marL="49525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/>
                        <a:t>가게의 상세 정보를 등록할 때 가게의 메뉴를 등록하는 화면입니다.</a:t>
                      </a:r>
                      <a:endParaRPr sz="12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0475" marB="30475" marR="49525" marL="49525" anchor="ctr"/>
                </a:tc>
              </a:tr>
            </a:tbl>
          </a:graphicData>
        </a:graphic>
      </p:graphicFrame>
      <p:pic>
        <p:nvPicPr>
          <p:cNvPr id="329" name="Google Shape;329;g2dcc25e684e_0_1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73050" y="2838100"/>
            <a:ext cx="8001000" cy="30289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3" name="Shape 3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" name="Google Shape;334;g2dcc25e684e_0_129"/>
          <p:cNvSpPr/>
          <p:nvPr/>
        </p:nvSpPr>
        <p:spPr>
          <a:xfrm>
            <a:off x="6969125" y="100013"/>
            <a:ext cx="2663700" cy="474600"/>
          </a:xfrm>
          <a:prstGeom prst="rect">
            <a:avLst/>
          </a:prstGeom>
          <a:noFill/>
          <a:ln>
            <a:noFill/>
          </a:ln>
        </p:spPr>
        <p:txBody>
          <a:bodyPr anchorCtr="0" anchor="t" bIns="55175" lIns="110350" spcFirstLastPara="1" rIns="110350" wrap="square" tIns="55175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Noto Sans Symbols"/>
              <a:buNone/>
            </a:pPr>
            <a:r>
              <a:t/>
            </a:r>
            <a:endParaRPr b="1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335" name="Google Shape;335;g2dcc25e684e_0_129"/>
          <p:cNvGraphicFramePr/>
          <p:nvPr/>
        </p:nvGraphicFramePr>
        <p:xfrm>
          <a:off x="304799" y="804054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{42523571-8647-4EEF-BE47-7BDBFEA9375B}</a:tableStyleId>
              </a:tblPr>
              <a:tblGrid>
                <a:gridCol w="939800"/>
                <a:gridCol w="1260150"/>
                <a:gridCol w="1033250"/>
                <a:gridCol w="1206350"/>
                <a:gridCol w="1117750"/>
                <a:gridCol w="1162050"/>
                <a:gridCol w="1162050"/>
                <a:gridCol w="1162050"/>
              </a:tblGrid>
              <a:tr h="3043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-US" sz="11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 Page Title</a:t>
                      </a:r>
                      <a:endParaRPr b="1" sz="11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0475" marB="30475" marR="49525" marL="49525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/>
                        <a:t>가게 상세 정보</a:t>
                      </a:r>
                      <a:endParaRPr sz="1400" u="none" cap="none" strike="noStrike"/>
                    </a:p>
                  </a:txBody>
                  <a:tcPr marT="30475" marB="30475" marR="49525" marL="49525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-US" sz="11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Screen ID</a:t>
                      </a:r>
                      <a:endParaRPr b="1" sz="11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0475" marB="30475" marR="49525" marL="49525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/>
                        <a:t>ark5020fm</a:t>
                      </a:r>
                      <a:r>
                        <a:rPr lang="en-US" sz="11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.xfdl</a:t>
                      </a:r>
                      <a:endParaRPr sz="11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0475" marB="30475" marR="49525" marL="49525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-US" sz="11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Author</a:t>
                      </a:r>
                      <a:endParaRPr b="1" sz="11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0475" marB="30475" marR="49525" marL="49525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/>
                        <a:t>김태훈</a:t>
                      </a:r>
                      <a:endParaRPr sz="11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0475" marB="30475" marR="49525" marL="49525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-US" sz="11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Date</a:t>
                      </a:r>
                      <a:endParaRPr b="1" sz="11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0475" marB="30475" marR="49525" marL="49525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/>
                        <a:t>2025-02-26</a:t>
                      </a:r>
                      <a:endParaRPr sz="1400" u="none" cap="none" strike="noStrike"/>
                    </a:p>
                  </a:txBody>
                  <a:tcPr marT="30475" marB="30475" marR="49525" marL="49525">
                    <a:solidFill>
                      <a:schemeClr val="lt1"/>
                    </a:solidFill>
                  </a:tcPr>
                </a:tc>
              </a:tr>
              <a:tr h="3043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-US" sz="11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Screen Path</a:t>
                      </a:r>
                      <a:endParaRPr b="1" sz="11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0475" marB="30475" marR="49525" marL="49525">
                    <a:solidFill>
                      <a:schemeClr val="lt1"/>
                    </a:solidFill>
                  </a:tcPr>
                </a:tc>
                <a:tc gridSpan="7"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/</a:t>
                      </a:r>
                      <a:r>
                        <a:rPr lang="en-US" sz="1100"/>
                        <a:t>Owner</a:t>
                      </a:r>
                      <a:r>
                        <a:rPr lang="en-US" sz="11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/</a:t>
                      </a:r>
                      <a:r>
                        <a:rPr lang="en-US" sz="1100"/>
                        <a:t>ark5020fm</a:t>
                      </a:r>
                      <a:r>
                        <a:rPr lang="en-US" sz="11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.xfdl</a:t>
                      </a:r>
                      <a:endParaRPr sz="11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0475" marB="30475" marR="49525" marL="49525">
                    <a:solidFill>
                      <a:schemeClr val="lt1"/>
                    </a:solidFill>
                  </a:tcPr>
                </a:tc>
                <a:tc hMerge="1"/>
                <a:tc hMerge="1"/>
                <a:tc hMerge="1"/>
                <a:tc hMerge="1"/>
                <a:tc hMerge="1"/>
                <a:tc hMerge="1"/>
              </a:tr>
            </a:tbl>
          </a:graphicData>
        </a:graphic>
      </p:graphicFrame>
      <p:graphicFrame>
        <p:nvGraphicFramePr>
          <p:cNvPr id="336" name="Google Shape;336;g2dcc25e684e_0_129"/>
          <p:cNvGraphicFramePr/>
          <p:nvPr/>
        </p:nvGraphicFramePr>
        <p:xfrm>
          <a:off x="6370010" y="162880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{42523571-8647-4EEF-BE47-7BDBFEA9375B}</a:tableStyleId>
              </a:tblPr>
              <a:tblGrid>
                <a:gridCol w="314150"/>
                <a:gridCol w="2917050"/>
              </a:tblGrid>
              <a:tr h="152400">
                <a:tc gridSpan="2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en-US" sz="12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Description</a:t>
                      </a:r>
                      <a:endParaRPr b="1" sz="12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0475" marB="30475" marR="49525" marL="49525">
                    <a:solidFill>
                      <a:srgbClr val="BFBFBF"/>
                    </a:solidFill>
                  </a:tcPr>
                </a:tc>
                <a:tc hMerge="1"/>
              </a:tr>
              <a:tr h="2960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2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0475" marB="30475" marR="49525" marL="49525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/>
                        <a:t>가게의 상세 정보를 입력하는 화면입니다.</a:t>
                      </a:r>
                      <a:endParaRPr sz="12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0475" marB="30475" marR="49525" marL="49525" anchor="ctr"/>
                </a:tc>
              </a:tr>
              <a:tr h="2960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/>
                        <a:t>2</a:t>
                      </a:r>
                      <a:endParaRPr sz="12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0475" marB="30475" marR="49525" marL="49525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/>
                        <a:t>가게 예약, 댓글 달기, 평점 등 다양한 정보가 있습니다.</a:t>
                      </a:r>
                      <a:endParaRPr sz="1200"/>
                    </a:p>
                  </a:txBody>
                  <a:tcPr marT="30475" marB="30475" marR="49525" marL="49525" anchor="ctr"/>
                </a:tc>
              </a:tr>
            </a:tbl>
          </a:graphicData>
        </a:graphic>
      </p:graphicFrame>
      <p:pic>
        <p:nvPicPr>
          <p:cNvPr id="337" name="Google Shape;337;g2dcc25e684e_0_12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13325" y="1588454"/>
            <a:ext cx="4502705" cy="496474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1" name="Shape 3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2" name="Google Shape;342;g2dcc25e684e_0_137"/>
          <p:cNvSpPr/>
          <p:nvPr/>
        </p:nvSpPr>
        <p:spPr>
          <a:xfrm>
            <a:off x="6969125" y="100013"/>
            <a:ext cx="2663700" cy="474600"/>
          </a:xfrm>
          <a:prstGeom prst="rect">
            <a:avLst/>
          </a:prstGeom>
          <a:noFill/>
          <a:ln>
            <a:noFill/>
          </a:ln>
        </p:spPr>
        <p:txBody>
          <a:bodyPr anchorCtr="0" anchor="t" bIns="55175" lIns="110350" spcFirstLastPara="1" rIns="110350" wrap="square" tIns="55175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Noto Sans Symbols"/>
              <a:buNone/>
            </a:pPr>
            <a:r>
              <a:t/>
            </a:r>
            <a:endParaRPr b="1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343" name="Google Shape;343;g2dcc25e684e_0_137"/>
          <p:cNvGraphicFramePr/>
          <p:nvPr/>
        </p:nvGraphicFramePr>
        <p:xfrm>
          <a:off x="304799" y="804054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{42523571-8647-4EEF-BE47-7BDBFEA9375B}</a:tableStyleId>
              </a:tblPr>
              <a:tblGrid>
                <a:gridCol w="939800"/>
                <a:gridCol w="1260150"/>
                <a:gridCol w="1033250"/>
                <a:gridCol w="1206350"/>
                <a:gridCol w="1117750"/>
                <a:gridCol w="1162050"/>
                <a:gridCol w="1162050"/>
                <a:gridCol w="1162050"/>
              </a:tblGrid>
              <a:tr h="3043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-US" sz="11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 Page Title</a:t>
                      </a:r>
                      <a:endParaRPr b="1" sz="11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0475" marB="30475" marR="49525" marL="49525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/>
                        <a:t>리뷰 작성하기</a:t>
                      </a:r>
                      <a:endParaRPr sz="1400" u="none" cap="none" strike="noStrike"/>
                    </a:p>
                  </a:txBody>
                  <a:tcPr marT="30475" marB="30475" marR="49525" marL="49525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-US" sz="11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Screen ID</a:t>
                      </a:r>
                      <a:endParaRPr b="1" sz="11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0475" marB="30475" marR="49525" marL="49525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/>
                        <a:t>ark5021fm</a:t>
                      </a:r>
                      <a:r>
                        <a:rPr lang="en-US" sz="11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.xfdl</a:t>
                      </a:r>
                      <a:endParaRPr sz="11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0475" marB="30475" marR="49525" marL="49525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-US" sz="11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Author</a:t>
                      </a:r>
                      <a:endParaRPr b="1" sz="11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0475" marB="30475" marR="49525" marL="49525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/>
                        <a:t>김태훈</a:t>
                      </a:r>
                      <a:endParaRPr sz="11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0475" marB="30475" marR="49525" marL="49525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-US" sz="11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Date</a:t>
                      </a:r>
                      <a:endParaRPr b="1" sz="11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0475" marB="30475" marR="49525" marL="49525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/>
                        <a:t>2025-02-26</a:t>
                      </a:r>
                      <a:endParaRPr sz="1400" u="none" cap="none" strike="noStrike"/>
                    </a:p>
                  </a:txBody>
                  <a:tcPr marT="30475" marB="30475" marR="49525" marL="49525">
                    <a:solidFill>
                      <a:schemeClr val="lt1"/>
                    </a:solidFill>
                  </a:tcPr>
                </a:tc>
              </a:tr>
              <a:tr h="3043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-US" sz="11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Screen Path</a:t>
                      </a:r>
                      <a:endParaRPr b="1" sz="11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0475" marB="30475" marR="49525" marL="49525">
                    <a:solidFill>
                      <a:schemeClr val="lt1"/>
                    </a:solidFill>
                  </a:tcPr>
                </a:tc>
                <a:tc gridSpan="7"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/</a:t>
                      </a:r>
                      <a:r>
                        <a:rPr lang="en-US" sz="1100"/>
                        <a:t>Owner</a:t>
                      </a:r>
                      <a:r>
                        <a:rPr lang="en-US" sz="11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/</a:t>
                      </a:r>
                      <a:r>
                        <a:rPr lang="en-US" sz="1100"/>
                        <a:t>ark5021fm</a:t>
                      </a:r>
                      <a:r>
                        <a:rPr lang="en-US" sz="11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.xfdl</a:t>
                      </a:r>
                      <a:endParaRPr sz="11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0475" marB="30475" marR="49525" marL="49525">
                    <a:solidFill>
                      <a:schemeClr val="lt1"/>
                    </a:solidFill>
                  </a:tcPr>
                </a:tc>
                <a:tc hMerge="1"/>
                <a:tc hMerge="1"/>
                <a:tc hMerge="1"/>
                <a:tc hMerge="1"/>
                <a:tc hMerge="1"/>
                <a:tc hMerge="1"/>
              </a:tr>
            </a:tbl>
          </a:graphicData>
        </a:graphic>
      </p:graphicFrame>
      <p:graphicFrame>
        <p:nvGraphicFramePr>
          <p:cNvPr id="344" name="Google Shape;344;g2dcc25e684e_0_137"/>
          <p:cNvGraphicFramePr/>
          <p:nvPr/>
        </p:nvGraphicFramePr>
        <p:xfrm>
          <a:off x="6370010" y="162880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{42523571-8647-4EEF-BE47-7BDBFEA9375B}</a:tableStyleId>
              </a:tblPr>
              <a:tblGrid>
                <a:gridCol w="314150"/>
                <a:gridCol w="2917050"/>
              </a:tblGrid>
              <a:tr h="152400">
                <a:tc gridSpan="2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en-US" sz="12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Description</a:t>
                      </a:r>
                      <a:endParaRPr b="1" sz="12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0475" marB="30475" marR="49525" marL="49525">
                    <a:solidFill>
                      <a:srgbClr val="BFBFBF"/>
                    </a:solidFill>
                  </a:tcPr>
                </a:tc>
                <a:tc hMerge="1"/>
              </a:tr>
              <a:tr h="2960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2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0475" marB="30475" marR="49525" marL="49525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/>
                        <a:t>가게의 </a:t>
                      </a:r>
                      <a:r>
                        <a:rPr lang="en-US" sz="1200"/>
                        <a:t>리뷰를 작성하는 팝업입니다.</a:t>
                      </a:r>
                      <a:r>
                        <a:rPr lang="en-US" sz="1200"/>
                        <a:t>.</a:t>
                      </a:r>
                      <a:endParaRPr sz="12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0475" marB="30475" marR="49525" marL="49525" anchor="ctr"/>
                </a:tc>
              </a:tr>
            </a:tbl>
          </a:graphicData>
        </a:graphic>
      </p:graphicFrame>
      <p:pic>
        <p:nvPicPr>
          <p:cNvPr id="345" name="Google Shape;345;g2dcc25e684e_0_13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68275" y="2088350"/>
            <a:ext cx="3943350" cy="32575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9" name="Shape 3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0" name="Google Shape;350;g2dcc25e684e_0_145"/>
          <p:cNvSpPr/>
          <p:nvPr/>
        </p:nvSpPr>
        <p:spPr>
          <a:xfrm>
            <a:off x="6969125" y="100013"/>
            <a:ext cx="2663700" cy="474600"/>
          </a:xfrm>
          <a:prstGeom prst="rect">
            <a:avLst/>
          </a:prstGeom>
          <a:noFill/>
          <a:ln>
            <a:noFill/>
          </a:ln>
        </p:spPr>
        <p:txBody>
          <a:bodyPr anchorCtr="0" anchor="t" bIns="55175" lIns="110350" spcFirstLastPara="1" rIns="110350" wrap="square" tIns="55175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Noto Sans Symbols"/>
              <a:buNone/>
            </a:pPr>
            <a:r>
              <a:t/>
            </a:r>
            <a:endParaRPr b="1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351" name="Google Shape;351;g2dcc25e684e_0_145"/>
          <p:cNvGraphicFramePr/>
          <p:nvPr/>
        </p:nvGraphicFramePr>
        <p:xfrm>
          <a:off x="304799" y="804054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{42523571-8647-4EEF-BE47-7BDBFEA9375B}</a:tableStyleId>
              </a:tblPr>
              <a:tblGrid>
                <a:gridCol w="939800"/>
                <a:gridCol w="1260150"/>
                <a:gridCol w="1033250"/>
                <a:gridCol w="1206350"/>
                <a:gridCol w="1117750"/>
                <a:gridCol w="1162050"/>
                <a:gridCol w="1162050"/>
                <a:gridCol w="1162050"/>
              </a:tblGrid>
              <a:tr h="3043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-US" sz="11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 Page Title</a:t>
                      </a:r>
                      <a:endParaRPr b="1" sz="11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0475" marB="30475" marR="49525" marL="49525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/>
                        <a:t>예약 팝업 div</a:t>
                      </a:r>
                      <a:endParaRPr sz="1400" u="none" cap="none" strike="noStrike"/>
                    </a:p>
                  </a:txBody>
                  <a:tcPr marT="30475" marB="30475" marR="49525" marL="49525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-US" sz="11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Screen ID</a:t>
                      </a:r>
                      <a:endParaRPr b="1" sz="11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0475" marB="30475" marR="49525" marL="49525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/>
                        <a:t>ark5022fm</a:t>
                      </a:r>
                      <a:r>
                        <a:rPr lang="en-US" sz="11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.xfdl</a:t>
                      </a:r>
                      <a:endParaRPr sz="11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0475" marB="30475" marR="49525" marL="49525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-US" sz="11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Author</a:t>
                      </a:r>
                      <a:endParaRPr b="1" sz="11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0475" marB="30475" marR="49525" marL="49525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/>
                        <a:t>김태훈</a:t>
                      </a:r>
                      <a:endParaRPr sz="11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0475" marB="30475" marR="49525" marL="49525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-US" sz="11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Date</a:t>
                      </a:r>
                      <a:endParaRPr b="1" sz="11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0475" marB="30475" marR="49525" marL="49525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/>
                        <a:t>2025-02-26</a:t>
                      </a:r>
                      <a:endParaRPr sz="1400" u="none" cap="none" strike="noStrike"/>
                    </a:p>
                  </a:txBody>
                  <a:tcPr marT="30475" marB="30475" marR="49525" marL="49525">
                    <a:solidFill>
                      <a:schemeClr val="lt1"/>
                    </a:solidFill>
                  </a:tcPr>
                </a:tc>
              </a:tr>
              <a:tr h="3043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-US" sz="11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Screen Path</a:t>
                      </a:r>
                      <a:endParaRPr b="1" sz="11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0475" marB="30475" marR="49525" marL="49525">
                    <a:solidFill>
                      <a:schemeClr val="lt1"/>
                    </a:solidFill>
                  </a:tcPr>
                </a:tc>
                <a:tc gridSpan="7"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/</a:t>
                      </a:r>
                      <a:r>
                        <a:rPr lang="en-US" sz="1100"/>
                        <a:t>Owner</a:t>
                      </a:r>
                      <a:r>
                        <a:rPr lang="en-US" sz="11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/</a:t>
                      </a:r>
                      <a:r>
                        <a:rPr lang="en-US" sz="1100"/>
                        <a:t>ark5022fm</a:t>
                      </a:r>
                      <a:r>
                        <a:rPr lang="en-US" sz="11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.xfdl</a:t>
                      </a:r>
                      <a:endParaRPr sz="11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0475" marB="30475" marR="49525" marL="49525">
                    <a:solidFill>
                      <a:schemeClr val="lt1"/>
                    </a:solidFill>
                  </a:tcPr>
                </a:tc>
                <a:tc hMerge="1"/>
                <a:tc hMerge="1"/>
                <a:tc hMerge="1"/>
                <a:tc hMerge="1"/>
                <a:tc hMerge="1"/>
                <a:tc hMerge="1"/>
              </a:tr>
            </a:tbl>
          </a:graphicData>
        </a:graphic>
      </p:graphicFrame>
      <p:graphicFrame>
        <p:nvGraphicFramePr>
          <p:cNvPr id="352" name="Google Shape;352;g2dcc25e684e_0_145"/>
          <p:cNvGraphicFramePr/>
          <p:nvPr/>
        </p:nvGraphicFramePr>
        <p:xfrm>
          <a:off x="6370010" y="162880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{42523571-8647-4EEF-BE47-7BDBFEA9375B}</a:tableStyleId>
              </a:tblPr>
              <a:tblGrid>
                <a:gridCol w="314150"/>
                <a:gridCol w="2917050"/>
              </a:tblGrid>
              <a:tr h="152400">
                <a:tc gridSpan="2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en-US" sz="12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Description</a:t>
                      </a:r>
                      <a:endParaRPr b="1" sz="12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0475" marB="30475" marR="49525" marL="49525">
                    <a:solidFill>
                      <a:srgbClr val="BFBFBF"/>
                    </a:solidFill>
                  </a:tcPr>
                </a:tc>
                <a:tc hMerge="1"/>
              </a:tr>
              <a:tr h="2960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2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0475" marB="30475" marR="49525" marL="49525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/>
                        <a:t>가게를 예약할 때 뜨는 팝업 div에 사용하는 화면입니다.</a:t>
                      </a:r>
                      <a:endParaRPr sz="12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0475" marB="30475" marR="49525" marL="49525" anchor="ctr"/>
                </a:tc>
              </a:tr>
            </a:tbl>
          </a:graphicData>
        </a:graphic>
      </p:graphicFrame>
      <p:pic>
        <p:nvPicPr>
          <p:cNvPr id="353" name="Google Shape;353;g2dcc25e684e_0_14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023900" y="1628800"/>
            <a:ext cx="2720462" cy="43845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기본 디자인">
  <a:themeElements>
    <a:clrScheme name="기본 디자인 3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99CCFF"/>
      </a:accent1>
      <a:accent2>
        <a:srgbClr val="CCCCFF"/>
      </a:accent2>
      <a:accent3>
        <a:srgbClr val="FFFFFF"/>
      </a:accent3>
      <a:accent4>
        <a:srgbClr val="000000"/>
      </a:accent4>
      <a:accent5>
        <a:srgbClr val="CAE2FF"/>
      </a:accent5>
      <a:accent6>
        <a:srgbClr val="B9B9E7"/>
      </a:accent6>
      <a:hlink>
        <a:srgbClr val="3333CC"/>
      </a:hlink>
      <a:folHlink>
        <a:srgbClr val="AF67F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테마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2007-09-18T05:24:53Z</dcterms:created>
  <dc:creator>권 재범</dc:creator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0x0101009B8D5D54F58D0243AC369C99C9A89C8A</vt:lpwstr>
  </property>
</Properties>
</file>